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
  </p:notesMasterIdLst>
  <p:sldIdLst>
    <p:sldId id="261" r:id="rId2"/>
  </p:sldIdLst>
  <p:sldSz cx="19080163" cy="27257375"/>
  <p:notesSz cx="7315200" cy="9601200"/>
  <p:embeddedFontLst>
    <p:embeddedFont>
      <p:font typeface="等线" panose="02010600030101010101" pitchFamily="2" charset="-122"/>
      <p:regular r:id="rId4"/>
      <p:bold r:id="rId5"/>
    </p:embeddedFont>
  </p:embeddedFontLst>
  <p:custDataLst>
    <p:tags r:id="rId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1D24"/>
    <a:srgbClr val="001415"/>
    <a:srgbClr val="59AF59"/>
    <a:srgbClr val="FFCC99"/>
    <a:srgbClr val="BFBFBF"/>
    <a:srgbClr val="FFF3F3"/>
    <a:srgbClr val="FF0909"/>
    <a:srgbClr val="B3FFB3"/>
    <a:srgbClr val="FF66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732" autoAdjust="0"/>
    <p:restoredTop sz="95726" autoAdjust="0"/>
  </p:normalViewPr>
  <p:slideViewPr>
    <p:cSldViewPr snapToGrid="0" snapToObjects="1">
      <p:cViewPr>
        <p:scale>
          <a:sx n="50" d="100"/>
          <a:sy n="50" d="100"/>
        </p:scale>
        <p:origin x="1186" y="-4349"/>
      </p:cViewPr>
      <p:guideLst/>
    </p:cSldViewPr>
  </p:slideViewPr>
  <p:outlineViewPr>
    <p:cViewPr>
      <p:scale>
        <a:sx n="33" d="100"/>
        <a:sy n="33" d="100"/>
      </p:scale>
      <p:origin x="0" y="0"/>
    </p:cViewPr>
  </p:outlineViewPr>
  <p:notesTextViewPr>
    <p:cViewPr>
      <p:scale>
        <a:sx n="300" d="100"/>
        <a:sy n="3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gs" Target="tags/tag1.xml"/><Relationship Id="rId5" Type="http://schemas.openxmlformats.org/officeDocument/2006/relationships/font" Target="fonts/font2.fntdata"/><Relationship Id="rId10" Type="http://schemas.openxmlformats.org/officeDocument/2006/relationships/tableStyles" Target="tableStyles.xml"/><Relationship Id="rId4" Type="http://schemas.openxmlformats.org/officeDocument/2006/relationships/font" Target="fonts/font1.fntdata"/><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169920" cy="481727"/>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143588" y="0"/>
            <a:ext cx="3169920" cy="481727"/>
          </a:xfrm>
          <a:prstGeom prst="rect">
            <a:avLst/>
          </a:prstGeom>
        </p:spPr>
        <p:txBody>
          <a:bodyPr vert="horz" lIns="91440" tIns="45720" rIns="91440" bIns="45720" rtlCol="0"/>
          <a:lstStyle>
            <a:lvl1pPr algn="r">
              <a:defRPr sz="1200"/>
            </a:lvl1pPr>
          </a:lstStyle>
          <a:p>
            <a:fld id="{B389A45F-7059-48D9-AE50-4897B9914AA9}" type="datetimeFigureOut">
              <a:rPr lang="zh-CN" altLang="en-US" smtClean="0"/>
              <a:t>2025/7/17</a:t>
            </a:fld>
            <a:endParaRPr lang="zh-CN" altLang="en-US"/>
          </a:p>
        </p:txBody>
      </p:sp>
      <p:sp>
        <p:nvSpPr>
          <p:cNvPr id="4" name="幻灯片图像占位符 3"/>
          <p:cNvSpPr>
            <a:spLocks noGrp="1" noRot="1" noChangeAspect="1"/>
          </p:cNvSpPr>
          <p:nvPr>
            <p:ph type="sldImg" idx="2"/>
          </p:nvPr>
        </p:nvSpPr>
        <p:spPr>
          <a:xfrm>
            <a:off x="2524125" y="1200150"/>
            <a:ext cx="2266950" cy="3240088"/>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31521" y="4620578"/>
            <a:ext cx="5852160" cy="3780473"/>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119474"/>
            <a:ext cx="3169920" cy="481726"/>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143588" y="9119474"/>
            <a:ext cx="3169920" cy="481726"/>
          </a:xfrm>
          <a:prstGeom prst="rect">
            <a:avLst/>
          </a:prstGeom>
        </p:spPr>
        <p:txBody>
          <a:bodyPr vert="horz" lIns="91440" tIns="45720" rIns="91440" bIns="45720" rtlCol="0" anchor="b"/>
          <a:lstStyle>
            <a:lvl1pPr algn="r">
              <a:defRPr sz="1200"/>
            </a:lvl1pPr>
          </a:lstStyle>
          <a:p>
            <a:fld id="{9F302C68-8E69-48A4-A936-7BAF8074670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888365" rtl="0" eaLnBrk="1" latinLnBrk="0" hangingPunct="1">
      <a:defRPr sz="1165" kern="1200">
        <a:solidFill>
          <a:schemeClr val="tx1"/>
        </a:solidFill>
        <a:latin typeface="+mn-lt"/>
        <a:ea typeface="+mn-ea"/>
        <a:cs typeface="+mn-cs"/>
      </a:defRPr>
    </a:lvl1pPr>
    <a:lvl2pPr marL="443865" algn="l" defTabSz="888365" rtl="0" eaLnBrk="1" latinLnBrk="0" hangingPunct="1">
      <a:defRPr sz="1165" kern="1200">
        <a:solidFill>
          <a:schemeClr val="tx1"/>
        </a:solidFill>
        <a:latin typeface="+mn-lt"/>
        <a:ea typeface="+mn-ea"/>
        <a:cs typeface="+mn-cs"/>
      </a:defRPr>
    </a:lvl2pPr>
    <a:lvl3pPr marL="888365" algn="l" defTabSz="888365" rtl="0" eaLnBrk="1" latinLnBrk="0" hangingPunct="1">
      <a:defRPr sz="1165" kern="1200">
        <a:solidFill>
          <a:schemeClr val="tx1"/>
        </a:solidFill>
        <a:latin typeface="+mn-lt"/>
        <a:ea typeface="+mn-ea"/>
        <a:cs typeface="+mn-cs"/>
      </a:defRPr>
    </a:lvl3pPr>
    <a:lvl4pPr marL="1332230" algn="l" defTabSz="888365" rtl="0" eaLnBrk="1" latinLnBrk="0" hangingPunct="1">
      <a:defRPr sz="1165" kern="1200">
        <a:solidFill>
          <a:schemeClr val="tx1"/>
        </a:solidFill>
        <a:latin typeface="+mn-lt"/>
        <a:ea typeface="+mn-ea"/>
        <a:cs typeface="+mn-cs"/>
      </a:defRPr>
    </a:lvl4pPr>
    <a:lvl5pPr marL="1776730" algn="l" defTabSz="888365" rtl="0" eaLnBrk="1" latinLnBrk="0" hangingPunct="1">
      <a:defRPr sz="1165" kern="1200">
        <a:solidFill>
          <a:schemeClr val="tx1"/>
        </a:solidFill>
        <a:latin typeface="+mn-lt"/>
        <a:ea typeface="+mn-ea"/>
        <a:cs typeface="+mn-cs"/>
      </a:defRPr>
    </a:lvl5pPr>
    <a:lvl6pPr marL="2220595" algn="l" defTabSz="888365" rtl="0" eaLnBrk="1" latinLnBrk="0" hangingPunct="1">
      <a:defRPr sz="1165" kern="1200">
        <a:solidFill>
          <a:schemeClr val="tx1"/>
        </a:solidFill>
        <a:latin typeface="+mn-lt"/>
        <a:ea typeface="+mn-ea"/>
        <a:cs typeface="+mn-cs"/>
      </a:defRPr>
    </a:lvl6pPr>
    <a:lvl7pPr marL="2665095" algn="l" defTabSz="888365" rtl="0" eaLnBrk="1" latinLnBrk="0" hangingPunct="1">
      <a:defRPr sz="1165" kern="1200">
        <a:solidFill>
          <a:schemeClr val="tx1"/>
        </a:solidFill>
        <a:latin typeface="+mn-lt"/>
        <a:ea typeface="+mn-ea"/>
        <a:cs typeface="+mn-cs"/>
      </a:defRPr>
    </a:lvl7pPr>
    <a:lvl8pPr marL="3108960" algn="l" defTabSz="888365" rtl="0" eaLnBrk="1" latinLnBrk="0" hangingPunct="1">
      <a:defRPr sz="1165" kern="1200">
        <a:solidFill>
          <a:schemeClr val="tx1"/>
        </a:solidFill>
        <a:latin typeface="+mn-lt"/>
        <a:ea typeface="+mn-ea"/>
        <a:cs typeface="+mn-cs"/>
      </a:defRPr>
    </a:lvl8pPr>
    <a:lvl9pPr marL="3553460" algn="l" defTabSz="888365" rtl="0" eaLnBrk="1" latinLnBrk="0" hangingPunct="1">
      <a:defRPr sz="116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524125" y="1200150"/>
            <a:ext cx="2266950" cy="32400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F302C68-8E69-48A4-A936-7BAF8074670A}" type="slidenum">
              <a:rPr lang="zh-CN" altLang="en-US" smtClean="0"/>
              <a:t>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431012" y="4460873"/>
            <a:ext cx="16218139" cy="9489605"/>
          </a:xfrm>
        </p:spPr>
        <p:txBody>
          <a:bodyPr anchor="b"/>
          <a:lstStyle>
            <a:lvl1pPr algn="ctr">
              <a:defRPr sz="12520"/>
            </a:lvl1pPr>
          </a:lstStyle>
          <a:p>
            <a:r>
              <a:rPr lang="zh-CN" altLang="en-US"/>
              <a:t>单击此处编辑母版标题样式</a:t>
            </a:r>
            <a:endParaRPr lang="en-US" dirty="0"/>
          </a:p>
        </p:txBody>
      </p:sp>
      <p:sp>
        <p:nvSpPr>
          <p:cNvPr id="3" name="Subtitle 2"/>
          <p:cNvSpPr>
            <a:spLocks noGrp="1"/>
          </p:cNvSpPr>
          <p:nvPr>
            <p:ph type="subTitle" idx="1"/>
          </p:nvPr>
        </p:nvSpPr>
        <p:spPr>
          <a:xfrm>
            <a:off x="2385021" y="14316434"/>
            <a:ext cx="14310122" cy="6580887"/>
          </a:xfrm>
        </p:spPr>
        <p:txBody>
          <a:bodyPr/>
          <a:lstStyle>
            <a:lvl1pPr marL="0" indent="0" algn="ctr">
              <a:buNone/>
              <a:defRPr sz="5010"/>
            </a:lvl1pPr>
            <a:lvl2pPr marL="953770" indent="0" algn="ctr">
              <a:buNone/>
              <a:defRPr sz="4175"/>
            </a:lvl2pPr>
            <a:lvl3pPr marL="1908175" indent="0" algn="ctr">
              <a:buNone/>
              <a:defRPr sz="3755"/>
            </a:lvl3pPr>
            <a:lvl4pPr marL="2861945" indent="0" algn="ctr">
              <a:buNone/>
              <a:defRPr sz="3340"/>
            </a:lvl4pPr>
            <a:lvl5pPr marL="3815715" indent="0" algn="ctr">
              <a:buNone/>
              <a:defRPr sz="3340"/>
            </a:lvl5pPr>
            <a:lvl6pPr marL="4770120" indent="0" algn="ctr">
              <a:buNone/>
              <a:defRPr sz="3340"/>
            </a:lvl6pPr>
            <a:lvl7pPr marL="5723890" indent="0" algn="ctr">
              <a:buNone/>
              <a:defRPr sz="3340"/>
            </a:lvl7pPr>
            <a:lvl8pPr marL="6677660" indent="0" algn="ctr">
              <a:buNone/>
              <a:defRPr sz="3340"/>
            </a:lvl8pPr>
            <a:lvl9pPr marL="7632065" indent="0" algn="ctr">
              <a:buNone/>
              <a:defRPr sz="334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8CDB0F8-CFC5-374E-B689-4FA699C7C28E}" type="datetimeFigureOut">
              <a:rPr kumimoji="1" lang="zh-CN" altLang="en-US" smtClean="0"/>
              <a:t>2025/7/17</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5CD3B5FF-EF3A-3B42-8462-2B3F8A506169}" type="slidenum">
              <a:rPr kumimoji="1" lang="zh-CN" altLang="en-US" smtClean="0"/>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CDB0F8-CFC5-374E-B689-4FA699C7C28E}" type="datetimeFigureOut">
              <a:rPr kumimoji="1" lang="zh-CN" altLang="en-US" smtClean="0"/>
              <a:t>2025/7/17</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5CD3B5FF-EF3A-3B42-8462-2B3F8A506169}" type="slidenum">
              <a:rPr kumimoji="1" lang="zh-CN" altLang="en-US" smtClean="0"/>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301824" y="6795423"/>
            <a:ext cx="16456641" cy="11338309"/>
          </a:xfrm>
        </p:spPr>
        <p:txBody>
          <a:bodyPr anchor="b"/>
          <a:lstStyle>
            <a:lvl1pPr>
              <a:defRPr sz="12520"/>
            </a:lvl1pPr>
          </a:lstStyle>
          <a:p>
            <a:r>
              <a:rPr lang="zh-CN" altLang="en-US"/>
              <a:t>单击此处编辑母版标题样式</a:t>
            </a:r>
            <a:endParaRPr lang="en-US" dirty="0"/>
          </a:p>
        </p:txBody>
      </p:sp>
      <p:sp>
        <p:nvSpPr>
          <p:cNvPr id="3" name="Text Placeholder 2"/>
          <p:cNvSpPr>
            <a:spLocks noGrp="1"/>
          </p:cNvSpPr>
          <p:nvPr>
            <p:ph type="body" idx="1"/>
          </p:nvPr>
        </p:nvSpPr>
        <p:spPr>
          <a:xfrm>
            <a:off x="1301824" y="18240997"/>
            <a:ext cx="16456641" cy="5962549"/>
          </a:xfrm>
        </p:spPr>
        <p:txBody>
          <a:bodyPr/>
          <a:lstStyle>
            <a:lvl1pPr marL="0" indent="0">
              <a:buNone/>
              <a:defRPr sz="5010">
                <a:solidFill>
                  <a:schemeClr val="tx1"/>
                </a:solidFill>
              </a:defRPr>
            </a:lvl1pPr>
            <a:lvl2pPr marL="953770" indent="0">
              <a:buNone/>
              <a:defRPr sz="4175">
                <a:solidFill>
                  <a:schemeClr val="tx1">
                    <a:tint val="75000"/>
                  </a:schemeClr>
                </a:solidFill>
              </a:defRPr>
            </a:lvl2pPr>
            <a:lvl3pPr marL="1908175" indent="0">
              <a:buNone/>
              <a:defRPr sz="3755">
                <a:solidFill>
                  <a:schemeClr val="tx1">
                    <a:tint val="75000"/>
                  </a:schemeClr>
                </a:solidFill>
              </a:defRPr>
            </a:lvl3pPr>
            <a:lvl4pPr marL="2861945" indent="0">
              <a:buNone/>
              <a:defRPr sz="3340">
                <a:solidFill>
                  <a:schemeClr val="tx1">
                    <a:tint val="75000"/>
                  </a:schemeClr>
                </a:solidFill>
              </a:defRPr>
            </a:lvl4pPr>
            <a:lvl5pPr marL="3815715" indent="0">
              <a:buNone/>
              <a:defRPr sz="3340">
                <a:solidFill>
                  <a:schemeClr val="tx1">
                    <a:tint val="75000"/>
                  </a:schemeClr>
                </a:solidFill>
              </a:defRPr>
            </a:lvl5pPr>
            <a:lvl6pPr marL="4770120" indent="0">
              <a:buNone/>
              <a:defRPr sz="3340">
                <a:solidFill>
                  <a:schemeClr val="tx1">
                    <a:tint val="75000"/>
                  </a:schemeClr>
                </a:solidFill>
              </a:defRPr>
            </a:lvl6pPr>
            <a:lvl7pPr marL="5723890" indent="0">
              <a:buNone/>
              <a:defRPr sz="3340">
                <a:solidFill>
                  <a:schemeClr val="tx1">
                    <a:tint val="75000"/>
                  </a:schemeClr>
                </a:solidFill>
              </a:defRPr>
            </a:lvl7pPr>
            <a:lvl8pPr marL="6677660" indent="0">
              <a:buNone/>
              <a:defRPr sz="3340">
                <a:solidFill>
                  <a:schemeClr val="tx1">
                    <a:tint val="75000"/>
                  </a:schemeClr>
                </a:solidFill>
              </a:defRPr>
            </a:lvl8pPr>
            <a:lvl9pPr marL="7632065" indent="0">
              <a:buNone/>
              <a:defRPr sz="334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48CDB0F8-CFC5-374E-B689-4FA699C7C28E}" type="datetimeFigureOut">
              <a:rPr kumimoji="1" lang="zh-CN" altLang="en-US" smtClean="0"/>
              <a:t>2025/7/17</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5CD3B5FF-EF3A-3B42-8462-2B3F8A506169}"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311761" y="7256014"/>
            <a:ext cx="8109069" cy="1729455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9659333" y="7256014"/>
            <a:ext cx="8109069" cy="1729455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7/17/2025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314246" y="1451209"/>
            <a:ext cx="16456641" cy="5268499"/>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314248" y="6681844"/>
            <a:ext cx="8071802" cy="3274669"/>
          </a:xfrm>
        </p:spPr>
        <p:txBody>
          <a:bodyPr anchor="b"/>
          <a:lstStyle>
            <a:lvl1pPr marL="0" indent="0">
              <a:buNone/>
              <a:defRPr sz="5010" b="1"/>
            </a:lvl1pPr>
            <a:lvl2pPr marL="953770" indent="0">
              <a:buNone/>
              <a:defRPr sz="4175" b="1"/>
            </a:lvl2pPr>
            <a:lvl3pPr marL="1908175" indent="0">
              <a:buNone/>
              <a:defRPr sz="3755" b="1"/>
            </a:lvl3pPr>
            <a:lvl4pPr marL="2861945" indent="0">
              <a:buNone/>
              <a:defRPr sz="3340" b="1"/>
            </a:lvl4pPr>
            <a:lvl5pPr marL="3815715" indent="0">
              <a:buNone/>
              <a:defRPr sz="3340" b="1"/>
            </a:lvl5pPr>
            <a:lvl6pPr marL="4770120" indent="0">
              <a:buNone/>
              <a:defRPr sz="3340" b="1"/>
            </a:lvl6pPr>
            <a:lvl7pPr marL="5723890" indent="0">
              <a:buNone/>
              <a:defRPr sz="3340" b="1"/>
            </a:lvl7pPr>
            <a:lvl8pPr marL="6677660" indent="0">
              <a:buNone/>
              <a:defRPr sz="3340" b="1"/>
            </a:lvl8pPr>
            <a:lvl9pPr marL="7632065" indent="0">
              <a:buNone/>
              <a:defRPr sz="3340" b="1"/>
            </a:lvl9pPr>
          </a:lstStyle>
          <a:p>
            <a:pPr lvl="0"/>
            <a:r>
              <a:rPr lang="zh-CN" altLang="en-US"/>
              <a:t>单击此处编辑母版文本样式</a:t>
            </a:r>
          </a:p>
        </p:txBody>
      </p:sp>
      <p:sp>
        <p:nvSpPr>
          <p:cNvPr id="4" name="Content Placeholder 3"/>
          <p:cNvSpPr>
            <a:spLocks noGrp="1"/>
          </p:cNvSpPr>
          <p:nvPr>
            <p:ph sz="half" idx="2"/>
          </p:nvPr>
        </p:nvSpPr>
        <p:spPr>
          <a:xfrm>
            <a:off x="1314248" y="9956514"/>
            <a:ext cx="8071802" cy="1464453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9659334" y="6681844"/>
            <a:ext cx="8111554" cy="3274669"/>
          </a:xfrm>
        </p:spPr>
        <p:txBody>
          <a:bodyPr anchor="b"/>
          <a:lstStyle>
            <a:lvl1pPr marL="0" indent="0">
              <a:buNone/>
              <a:defRPr sz="5010" b="1"/>
            </a:lvl1pPr>
            <a:lvl2pPr marL="953770" indent="0">
              <a:buNone/>
              <a:defRPr sz="4175" b="1"/>
            </a:lvl2pPr>
            <a:lvl3pPr marL="1908175" indent="0">
              <a:buNone/>
              <a:defRPr sz="3755" b="1"/>
            </a:lvl3pPr>
            <a:lvl4pPr marL="2861945" indent="0">
              <a:buNone/>
              <a:defRPr sz="3340" b="1"/>
            </a:lvl4pPr>
            <a:lvl5pPr marL="3815715" indent="0">
              <a:buNone/>
              <a:defRPr sz="3340" b="1"/>
            </a:lvl5pPr>
            <a:lvl6pPr marL="4770120" indent="0">
              <a:buNone/>
              <a:defRPr sz="3340" b="1"/>
            </a:lvl6pPr>
            <a:lvl7pPr marL="5723890" indent="0">
              <a:buNone/>
              <a:defRPr sz="3340" b="1"/>
            </a:lvl7pPr>
            <a:lvl8pPr marL="6677660" indent="0">
              <a:buNone/>
              <a:defRPr sz="3340" b="1"/>
            </a:lvl8pPr>
            <a:lvl9pPr marL="7632065" indent="0">
              <a:buNone/>
              <a:defRPr sz="3340" b="1"/>
            </a:lvl9pPr>
          </a:lstStyle>
          <a:p>
            <a:pPr lvl="0"/>
            <a:r>
              <a:rPr lang="zh-CN" altLang="en-US"/>
              <a:t>单击此处编辑母版文本样式</a:t>
            </a:r>
          </a:p>
        </p:txBody>
      </p:sp>
      <p:sp>
        <p:nvSpPr>
          <p:cNvPr id="6" name="Content Placeholder 5"/>
          <p:cNvSpPr>
            <a:spLocks noGrp="1"/>
          </p:cNvSpPr>
          <p:nvPr>
            <p:ph sz="quarter" idx="4"/>
          </p:nvPr>
        </p:nvSpPr>
        <p:spPr>
          <a:xfrm>
            <a:off x="9659334" y="9956514"/>
            <a:ext cx="8111554" cy="1464453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48CDB0F8-CFC5-374E-B689-4FA699C7C28E}" type="datetimeFigureOut">
              <a:rPr kumimoji="1" lang="zh-CN" altLang="en-US" smtClean="0"/>
              <a:t>2025/7/17</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5CD3B5FF-EF3A-3B42-8462-2B3F8A506169}"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8CDB0F8-CFC5-374E-B689-4FA699C7C28E}" type="datetimeFigureOut">
              <a:rPr kumimoji="1" lang="zh-CN" altLang="en-US" smtClean="0"/>
              <a:t>2025/7/17</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5CD3B5FF-EF3A-3B42-8462-2B3F8A506169}"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CDB0F8-CFC5-374E-B689-4FA699C7C28E}" type="datetimeFigureOut">
              <a:rPr kumimoji="1" lang="zh-CN" altLang="en-US" smtClean="0"/>
              <a:t>2025/7/17</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5CD3B5FF-EF3A-3B42-8462-2B3F8A506169}"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314246" y="1817158"/>
            <a:ext cx="6153849" cy="6360054"/>
          </a:xfrm>
        </p:spPr>
        <p:txBody>
          <a:bodyPr anchor="b"/>
          <a:lstStyle>
            <a:lvl1pPr>
              <a:defRPr sz="6675"/>
            </a:lvl1pPr>
          </a:lstStyle>
          <a:p>
            <a:r>
              <a:rPr lang="zh-CN" altLang="en-US"/>
              <a:t>单击此处编辑母版标题样式</a:t>
            </a:r>
            <a:endParaRPr lang="en-US" dirty="0"/>
          </a:p>
        </p:txBody>
      </p:sp>
      <p:sp>
        <p:nvSpPr>
          <p:cNvPr id="3" name="Content Placeholder 2"/>
          <p:cNvSpPr>
            <a:spLocks noGrp="1"/>
          </p:cNvSpPr>
          <p:nvPr>
            <p:ph idx="1"/>
          </p:nvPr>
        </p:nvSpPr>
        <p:spPr>
          <a:xfrm>
            <a:off x="8111554" y="3924563"/>
            <a:ext cx="9659333" cy="19370403"/>
          </a:xfrm>
        </p:spPr>
        <p:txBody>
          <a:bodyPr/>
          <a:lstStyle>
            <a:lvl1pPr>
              <a:defRPr sz="6675"/>
            </a:lvl1pPr>
            <a:lvl2pPr>
              <a:defRPr sz="5840"/>
            </a:lvl2pPr>
            <a:lvl3pPr>
              <a:defRPr sz="5010"/>
            </a:lvl3pPr>
            <a:lvl4pPr>
              <a:defRPr sz="4175"/>
            </a:lvl4pPr>
            <a:lvl5pPr>
              <a:defRPr sz="4175"/>
            </a:lvl5pPr>
            <a:lvl6pPr>
              <a:defRPr sz="4175"/>
            </a:lvl6pPr>
            <a:lvl7pPr>
              <a:defRPr sz="4175"/>
            </a:lvl7pPr>
            <a:lvl8pPr>
              <a:defRPr sz="4175"/>
            </a:lvl8pPr>
            <a:lvl9pPr>
              <a:defRPr sz="4175"/>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1314246" y="8177212"/>
            <a:ext cx="6153849" cy="15149298"/>
          </a:xfrm>
        </p:spPr>
        <p:txBody>
          <a:bodyPr/>
          <a:lstStyle>
            <a:lvl1pPr marL="0" indent="0">
              <a:buNone/>
              <a:defRPr sz="3340"/>
            </a:lvl1pPr>
            <a:lvl2pPr marL="953770" indent="0">
              <a:buNone/>
              <a:defRPr sz="2920"/>
            </a:lvl2pPr>
            <a:lvl3pPr marL="1908175" indent="0">
              <a:buNone/>
              <a:defRPr sz="2505"/>
            </a:lvl3pPr>
            <a:lvl4pPr marL="2861945" indent="0">
              <a:buNone/>
              <a:defRPr sz="2085"/>
            </a:lvl4pPr>
            <a:lvl5pPr marL="3815715" indent="0">
              <a:buNone/>
              <a:defRPr sz="2085"/>
            </a:lvl5pPr>
            <a:lvl6pPr marL="4770120" indent="0">
              <a:buNone/>
              <a:defRPr sz="2085"/>
            </a:lvl6pPr>
            <a:lvl7pPr marL="5723890" indent="0">
              <a:buNone/>
              <a:defRPr sz="2085"/>
            </a:lvl7pPr>
            <a:lvl8pPr marL="6677660" indent="0">
              <a:buNone/>
              <a:defRPr sz="2085"/>
            </a:lvl8pPr>
            <a:lvl9pPr marL="7632065" indent="0">
              <a:buNone/>
              <a:defRPr sz="2085"/>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CDB0F8-CFC5-374E-B689-4FA699C7C28E}" type="datetimeFigureOut">
              <a:rPr kumimoji="1" lang="zh-CN" altLang="en-US" smtClean="0"/>
              <a:t>2025/7/17</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5CD3B5FF-EF3A-3B42-8462-2B3F8A506169}"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314246" y="1817158"/>
            <a:ext cx="6153849" cy="6360054"/>
          </a:xfrm>
        </p:spPr>
        <p:txBody>
          <a:bodyPr anchor="b"/>
          <a:lstStyle>
            <a:lvl1pPr>
              <a:defRPr sz="6675"/>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8111554" y="3924563"/>
            <a:ext cx="9659333" cy="19370403"/>
          </a:xfrm>
        </p:spPr>
        <p:txBody>
          <a:bodyPr anchor="t"/>
          <a:lstStyle>
            <a:lvl1pPr marL="0" indent="0">
              <a:buNone/>
              <a:defRPr sz="6675"/>
            </a:lvl1pPr>
            <a:lvl2pPr marL="953770" indent="0">
              <a:buNone/>
              <a:defRPr sz="5840"/>
            </a:lvl2pPr>
            <a:lvl3pPr marL="1908175" indent="0">
              <a:buNone/>
              <a:defRPr sz="5010"/>
            </a:lvl3pPr>
            <a:lvl4pPr marL="2861945" indent="0">
              <a:buNone/>
              <a:defRPr sz="4175"/>
            </a:lvl4pPr>
            <a:lvl5pPr marL="3815715" indent="0">
              <a:buNone/>
              <a:defRPr sz="4175"/>
            </a:lvl5pPr>
            <a:lvl6pPr marL="4770120" indent="0">
              <a:buNone/>
              <a:defRPr sz="4175"/>
            </a:lvl6pPr>
            <a:lvl7pPr marL="5723890" indent="0">
              <a:buNone/>
              <a:defRPr sz="4175"/>
            </a:lvl7pPr>
            <a:lvl8pPr marL="6677660" indent="0">
              <a:buNone/>
              <a:defRPr sz="4175"/>
            </a:lvl8pPr>
            <a:lvl9pPr marL="7632065" indent="0">
              <a:buNone/>
              <a:defRPr sz="4175"/>
            </a:lvl9pPr>
          </a:lstStyle>
          <a:p>
            <a:r>
              <a:rPr lang="zh-CN" altLang="en-US"/>
              <a:t>单击图标添加图片</a:t>
            </a:r>
            <a:endParaRPr lang="en-US" dirty="0"/>
          </a:p>
        </p:txBody>
      </p:sp>
      <p:sp>
        <p:nvSpPr>
          <p:cNvPr id="4" name="Text Placeholder 3"/>
          <p:cNvSpPr>
            <a:spLocks noGrp="1"/>
          </p:cNvSpPr>
          <p:nvPr>
            <p:ph type="body" sz="half" idx="2"/>
          </p:nvPr>
        </p:nvSpPr>
        <p:spPr>
          <a:xfrm>
            <a:off x="1314246" y="8177212"/>
            <a:ext cx="6153849" cy="15149298"/>
          </a:xfrm>
        </p:spPr>
        <p:txBody>
          <a:bodyPr/>
          <a:lstStyle>
            <a:lvl1pPr marL="0" indent="0">
              <a:buNone/>
              <a:defRPr sz="3340"/>
            </a:lvl1pPr>
            <a:lvl2pPr marL="953770" indent="0">
              <a:buNone/>
              <a:defRPr sz="2920"/>
            </a:lvl2pPr>
            <a:lvl3pPr marL="1908175" indent="0">
              <a:buNone/>
              <a:defRPr sz="2505"/>
            </a:lvl3pPr>
            <a:lvl4pPr marL="2861945" indent="0">
              <a:buNone/>
              <a:defRPr sz="2085"/>
            </a:lvl4pPr>
            <a:lvl5pPr marL="3815715" indent="0">
              <a:buNone/>
              <a:defRPr sz="2085"/>
            </a:lvl5pPr>
            <a:lvl6pPr marL="4770120" indent="0">
              <a:buNone/>
              <a:defRPr sz="2085"/>
            </a:lvl6pPr>
            <a:lvl7pPr marL="5723890" indent="0">
              <a:buNone/>
              <a:defRPr sz="2085"/>
            </a:lvl7pPr>
            <a:lvl8pPr marL="6677660" indent="0">
              <a:buNone/>
              <a:defRPr sz="2085"/>
            </a:lvl8pPr>
            <a:lvl9pPr marL="7632065" indent="0">
              <a:buNone/>
              <a:defRPr sz="2085"/>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CDB0F8-CFC5-374E-B689-4FA699C7C28E}" type="datetimeFigureOut">
              <a:rPr kumimoji="1" lang="zh-CN" altLang="en-US" smtClean="0"/>
              <a:t>2025/7/17</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5CD3B5FF-EF3A-3B42-8462-2B3F8A506169}"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654243" y="1451203"/>
            <a:ext cx="4114160" cy="23099365"/>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311762" y="1451203"/>
            <a:ext cx="12103978" cy="2309936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11761" y="1451209"/>
            <a:ext cx="16456641" cy="5268499"/>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311761" y="7256014"/>
            <a:ext cx="16456641" cy="1729455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1311761" y="25263554"/>
            <a:ext cx="4293037" cy="1451203"/>
          </a:xfrm>
          <a:prstGeom prst="rect">
            <a:avLst/>
          </a:prstGeom>
        </p:spPr>
        <p:txBody>
          <a:bodyPr vert="horz" lIns="91440" tIns="45720" rIns="91440" bIns="45720" rtlCol="0" anchor="ctr"/>
          <a:lstStyle>
            <a:lvl1pPr algn="l">
              <a:defRPr sz="2505">
                <a:solidFill>
                  <a:schemeClr val="tx1">
                    <a:tint val="75000"/>
                  </a:schemeClr>
                </a:solidFill>
              </a:defRPr>
            </a:lvl1pPr>
          </a:lstStyle>
          <a:p>
            <a:fld id="{C764DE79-268F-4C1A-8933-263129D2AF90}" type="datetimeFigureOut">
              <a:rPr lang="en-US" smtClean="0"/>
              <a:t>7/17/2025</a:t>
            </a:fld>
            <a:endParaRPr lang="en-US" dirty="0"/>
          </a:p>
        </p:txBody>
      </p:sp>
      <p:sp>
        <p:nvSpPr>
          <p:cNvPr id="5" name="Footer Placeholder 4"/>
          <p:cNvSpPr>
            <a:spLocks noGrp="1"/>
          </p:cNvSpPr>
          <p:nvPr>
            <p:ph type="ftr" sz="quarter" idx="3"/>
          </p:nvPr>
        </p:nvSpPr>
        <p:spPr>
          <a:xfrm>
            <a:off x="6320304" y="25263554"/>
            <a:ext cx="6439555" cy="1451203"/>
          </a:xfrm>
          <a:prstGeom prst="rect">
            <a:avLst/>
          </a:prstGeom>
        </p:spPr>
        <p:txBody>
          <a:bodyPr vert="horz" lIns="91440" tIns="45720" rIns="91440" bIns="45720" rtlCol="0" anchor="ctr"/>
          <a:lstStyle>
            <a:lvl1pPr algn="ctr">
              <a:defRPr sz="250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3475365" y="25263554"/>
            <a:ext cx="4293037" cy="1451203"/>
          </a:xfrm>
          <a:prstGeom prst="rect">
            <a:avLst/>
          </a:prstGeom>
        </p:spPr>
        <p:txBody>
          <a:bodyPr vert="horz" lIns="91440" tIns="45720" rIns="91440" bIns="45720" rtlCol="0" anchor="ctr"/>
          <a:lstStyle>
            <a:lvl1pPr algn="r">
              <a:defRPr sz="2505">
                <a:solidFill>
                  <a:schemeClr val="tx1">
                    <a:tint val="75000"/>
                  </a:schemeClr>
                </a:solidFill>
              </a:defRPr>
            </a:lvl1pPr>
          </a:lstStyle>
          <a:p>
            <a:fld id="{48F63A3B-78C7-47BE-AE5E-E10140E04643}"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908175" rtl="0" eaLnBrk="1" latinLnBrk="0" hangingPunct="1">
        <a:lnSpc>
          <a:spcPct val="90000"/>
        </a:lnSpc>
        <a:spcBef>
          <a:spcPct val="0"/>
        </a:spcBef>
        <a:buNone/>
        <a:defRPr sz="9180" kern="1200">
          <a:solidFill>
            <a:schemeClr val="tx1"/>
          </a:solidFill>
          <a:latin typeface="+mj-lt"/>
          <a:ea typeface="+mj-ea"/>
          <a:cs typeface="+mj-cs"/>
        </a:defRPr>
      </a:lvl1pPr>
    </p:titleStyle>
    <p:bodyStyle>
      <a:lvl1pPr marL="476885" indent="-476885" algn="l" defTabSz="1908175" rtl="0" eaLnBrk="1" latinLnBrk="0" hangingPunct="1">
        <a:lnSpc>
          <a:spcPct val="90000"/>
        </a:lnSpc>
        <a:spcBef>
          <a:spcPts val="2085"/>
        </a:spcBef>
        <a:buFont typeface="Arial" panose="020B0604020202020204" pitchFamily="34" charset="0"/>
        <a:buChar char="•"/>
        <a:defRPr sz="5840" kern="1200">
          <a:solidFill>
            <a:schemeClr val="tx1"/>
          </a:solidFill>
          <a:latin typeface="+mn-lt"/>
          <a:ea typeface="+mn-ea"/>
          <a:cs typeface="+mn-cs"/>
        </a:defRPr>
      </a:lvl1pPr>
      <a:lvl2pPr marL="1431290" indent="-476885" algn="l" defTabSz="1908175" rtl="0" eaLnBrk="1" latinLnBrk="0" hangingPunct="1">
        <a:lnSpc>
          <a:spcPct val="90000"/>
        </a:lnSpc>
        <a:spcBef>
          <a:spcPts val="1045"/>
        </a:spcBef>
        <a:buFont typeface="Arial" panose="020B0604020202020204" pitchFamily="34" charset="0"/>
        <a:buChar char="•"/>
        <a:defRPr sz="5010" kern="1200">
          <a:solidFill>
            <a:schemeClr val="tx1"/>
          </a:solidFill>
          <a:latin typeface="+mn-lt"/>
          <a:ea typeface="+mn-ea"/>
          <a:cs typeface="+mn-cs"/>
        </a:defRPr>
      </a:lvl2pPr>
      <a:lvl3pPr marL="2385060" indent="-476885" algn="l" defTabSz="1908175" rtl="0" eaLnBrk="1" latinLnBrk="0" hangingPunct="1">
        <a:lnSpc>
          <a:spcPct val="90000"/>
        </a:lnSpc>
        <a:spcBef>
          <a:spcPts val="1045"/>
        </a:spcBef>
        <a:buFont typeface="Arial" panose="020B0604020202020204" pitchFamily="34" charset="0"/>
        <a:buChar char="•"/>
        <a:defRPr sz="4175" kern="1200">
          <a:solidFill>
            <a:schemeClr val="tx1"/>
          </a:solidFill>
          <a:latin typeface="+mn-lt"/>
          <a:ea typeface="+mn-ea"/>
          <a:cs typeface="+mn-cs"/>
        </a:defRPr>
      </a:lvl3pPr>
      <a:lvl4pPr marL="3338830" indent="-476885" algn="l" defTabSz="1908175" rtl="0" eaLnBrk="1" latinLnBrk="0" hangingPunct="1">
        <a:lnSpc>
          <a:spcPct val="90000"/>
        </a:lnSpc>
        <a:spcBef>
          <a:spcPts val="1045"/>
        </a:spcBef>
        <a:buFont typeface="Arial" panose="020B0604020202020204" pitchFamily="34" charset="0"/>
        <a:buChar char="•"/>
        <a:defRPr sz="3755" kern="1200">
          <a:solidFill>
            <a:schemeClr val="tx1"/>
          </a:solidFill>
          <a:latin typeface="+mn-lt"/>
          <a:ea typeface="+mn-ea"/>
          <a:cs typeface="+mn-cs"/>
        </a:defRPr>
      </a:lvl4pPr>
      <a:lvl5pPr marL="4293235" indent="-476885" algn="l" defTabSz="1908175" rtl="0" eaLnBrk="1" latinLnBrk="0" hangingPunct="1">
        <a:lnSpc>
          <a:spcPct val="90000"/>
        </a:lnSpc>
        <a:spcBef>
          <a:spcPts val="1045"/>
        </a:spcBef>
        <a:buFont typeface="Arial" panose="020B0604020202020204" pitchFamily="34" charset="0"/>
        <a:buChar char="•"/>
        <a:defRPr sz="3755" kern="1200">
          <a:solidFill>
            <a:schemeClr val="tx1"/>
          </a:solidFill>
          <a:latin typeface="+mn-lt"/>
          <a:ea typeface="+mn-ea"/>
          <a:cs typeface="+mn-cs"/>
        </a:defRPr>
      </a:lvl5pPr>
      <a:lvl6pPr marL="5247005" indent="-476885" algn="l" defTabSz="1908175" rtl="0" eaLnBrk="1" latinLnBrk="0" hangingPunct="1">
        <a:lnSpc>
          <a:spcPct val="90000"/>
        </a:lnSpc>
        <a:spcBef>
          <a:spcPts val="1045"/>
        </a:spcBef>
        <a:buFont typeface="Arial" panose="020B0604020202020204" pitchFamily="34" charset="0"/>
        <a:buChar char="•"/>
        <a:defRPr sz="3755" kern="1200">
          <a:solidFill>
            <a:schemeClr val="tx1"/>
          </a:solidFill>
          <a:latin typeface="+mn-lt"/>
          <a:ea typeface="+mn-ea"/>
          <a:cs typeface="+mn-cs"/>
        </a:defRPr>
      </a:lvl6pPr>
      <a:lvl7pPr marL="6200775" indent="-476885" algn="l" defTabSz="1908175" rtl="0" eaLnBrk="1" latinLnBrk="0" hangingPunct="1">
        <a:lnSpc>
          <a:spcPct val="90000"/>
        </a:lnSpc>
        <a:spcBef>
          <a:spcPts val="1045"/>
        </a:spcBef>
        <a:buFont typeface="Arial" panose="020B0604020202020204" pitchFamily="34" charset="0"/>
        <a:buChar char="•"/>
        <a:defRPr sz="3755" kern="1200">
          <a:solidFill>
            <a:schemeClr val="tx1"/>
          </a:solidFill>
          <a:latin typeface="+mn-lt"/>
          <a:ea typeface="+mn-ea"/>
          <a:cs typeface="+mn-cs"/>
        </a:defRPr>
      </a:lvl7pPr>
      <a:lvl8pPr marL="7155180" indent="-476885" algn="l" defTabSz="1908175" rtl="0" eaLnBrk="1" latinLnBrk="0" hangingPunct="1">
        <a:lnSpc>
          <a:spcPct val="90000"/>
        </a:lnSpc>
        <a:spcBef>
          <a:spcPts val="1045"/>
        </a:spcBef>
        <a:buFont typeface="Arial" panose="020B0604020202020204" pitchFamily="34" charset="0"/>
        <a:buChar char="•"/>
        <a:defRPr sz="3755" kern="1200">
          <a:solidFill>
            <a:schemeClr val="tx1"/>
          </a:solidFill>
          <a:latin typeface="+mn-lt"/>
          <a:ea typeface="+mn-ea"/>
          <a:cs typeface="+mn-cs"/>
        </a:defRPr>
      </a:lvl8pPr>
      <a:lvl9pPr marL="8108950" indent="-476885" algn="l" defTabSz="1908175" rtl="0" eaLnBrk="1" latinLnBrk="0" hangingPunct="1">
        <a:lnSpc>
          <a:spcPct val="90000"/>
        </a:lnSpc>
        <a:spcBef>
          <a:spcPts val="1045"/>
        </a:spcBef>
        <a:buFont typeface="Arial" panose="020B0604020202020204" pitchFamily="34" charset="0"/>
        <a:buChar char="•"/>
        <a:defRPr sz="3755" kern="1200">
          <a:solidFill>
            <a:schemeClr val="tx1"/>
          </a:solidFill>
          <a:latin typeface="+mn-lt"/>
          <a:ea typeface="+mn-ea"/>
          <a:cs typeface="+mn-cs"/>
        </a:defRPr>
      </a:lvl9pPr>
    </p:bodyStyle>
    <p:otherStyle>
      <a:defPPr>
        <a:defRPr lang="en-US"/>
      </a:defPPr>
      <a:lvl1pPr marL="0" algn="l" defTabSz="1908175" rtl="0" eaLnBrk="1" latinLnBrk="0" hangingPunct="1">
        <a:defRPr sz="3755" kern="1200">
          <a:solidFill>
            <a:schemeClr val="tx1"/>
          </a:solidFill>
          <a:latin typeface="+mn-lt"/>
          <a:ea typeface="+mn-ea"/>
          <a:cs typeface="+mn-cs"/>
        </a:defRPr>
      </a:lvl1pPr>
      <a:lvl2pPr marL="953770" algn="l" defTabSz="1908175" rtl="0" eaLnBrk="1" latinLnBrk="0" hangingPunct="1">
        <a:defRPr sz="3755" kern="1200">
          <a:solidFill>
            <a:schemeClr val="tx1"/>
          </a:solidFill>
          <a:latin typeface="+mn-lt"/>
          <a:ea typeface="+mn-ea"/>
          <a:cs typeface="+mn-cs"/>
        </a:defRPr>
      </a:lvl2pPr>
      <a:lvl3pPr marL="1908175" algn="l" defTabSz="1908175" rtl="0" eaLnBrk="1" latinLnBrk="0" hangingPunct="1">
        <a:defRPr sz="3755" kern="1200">
          <a:solidFill>
            <a:schemeClr val="tx1"/>
          </a:solidFill>
          <a:latin typeface="+mn-lt"/>
          <a:ea typeface="+mn-ea"/>
          <a:cs typeface="+mn-cs"/>
        </a:defRPr>
      </a:lvl3pPr>
      <a:lvl4pPr marL="2861945" algn="l" defTabSz="1908175" rtl="0" eaLnBrk="1" latinLnBrk="0" hangingPunct="1">
        <a:defRPr sz="3755" kern="1200">
          <a:solidFill>
            <a:schemeClr val="tx1"/>
          </a:solidFill>
          <a:latin typeface="+mn-lt"/>
          <a:ea typeface="+mn-ea"/>
          <a:cs typeface="+mn-cs"/>
        </a:defRPr>
      </a:lvl4pPr>
      <a:lvl5pPr marL="3815715" algn="l" defTabSz="1908175" rtl="0" eaLnBrk="1" latinLnBrk="0" hangingPunct="1">
        <a:defRPr sz="3755" kern="1200">
          <a:solidFill>
            <a:schemeClr val="tx1"/>
          </a:solidFill>
          <a:latin typeface="+mn-lt"/>
          <a:ea typeface="+mn-ea"/>
          <a:cs typeface="+mn-cs"/>
        </a:defRPr>
      </a:lvl5pPr>
      <a:lvl6pPr marL="4770120" algn="l" defTabSz="1908175" rtl="0" eaLnBrk="1" latinLnBrk="0" hangingPunct="1">
        <a:defRPr sz="3755" kern="1200">
          <a:solidFill>
            <a:schemeClr val="tx1"/>
          </a:solidFill>
          <a:latin typeface="+mn-lt"/>
          <a:ea typeface="+mn-ea"/>
          <a:cs typeface="+mn-cs"/>
        </a:defRPr>
      </a:lvl6pPr>
      <a:lvl7pPr marL="5723890" algn="l" defTabSz="1908175" rtl="0" eaLnBrk="1" latinLnBrk="0" hangingPunct="1">
        <a:defRPr sz="3755" kern="1200">
          <a:solidFill>
            <a:schemeClr val="tx1"/>
          </a:solidFill>
          <a:latin typeface="+mn-lt"/>
          <a:ea typeface="+mn-ea"/>
          <a:cs typeface="+mn-cs"/>
        </a:defRPr>
      </a:lvl7pPr>
      <a:lvl8pPr marL="6677660" algn="l" defTabSz="1908175" rtl="0" eaLnBrk="1" latinLnBrk="0" hangingPunct="1">
        <a:defRPr sz="3755" kern="1200">
          <a:solidFill>
            <a:schemeClr val="tx1"/>
          </a:solidFill>
          <a:latin typeface="+mn-lt"/>
          <a:ea typeface="+mn-ea"/>
          <a:cs typeface="+mn-cs"/>
        </a:defRPr>
      </a:lvl8pPr>
      <a:lvl9pPr marL="7632065" algn="l" defTabSz="1908175" rtl="0" eaLnBrk="1" latinLnBrk="0" hangingPunct="1">
        <a:defRPr sz="375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4.png"/><Relationship Id="rId18" Type="http://schemas.openxmlformats.org/officeDocument/2006/relationships/image" Target="../media/image9.jpg"/><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image" Target="../media/image3.png"/><Relationship Id="rId17" Type="http://schemas.openxmlformats.org/officeDocument/2006/relationships/image" Target="../media/image8.jpg"/><Relationship Id="rId2" Type="http://schemas.openxmlformats.org/officeDocument/2006/relationships/tags" Target="../tags/tag3.xml"/><Relationship Id="rId16" Type="http://schemas.openxmlformats.org/officeDocument/2006/relationships/image" Target="../media/image7.jpg"/><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image" Target="../media/image2.png"/><Relationship Id="rId5" Type="http://schemas.openxmlformats.org/officeDocument/2006/relationships/tags" Target="../tags/tag6.xml"/><Relationship Id="rId15" Type="http://schemas.openxmlformats.org/officeDocument/2006/relationships/image" Target="../media/image6.png"/><Relationship Id="rId10" Type="http://schemas.openxmlformats.org/officeDocument/2006/relationships/image" Target="../media/image1.png"/><Relationship Id="rId4" Type="http://schemas.openxmlformats.org/officeDocument/2006/relationships/tags" Target="../tags/tag5.xml"/><Relationship Id="rId9" Type="http://schemas.openxmlformats.org/officeDocument/2006/relationships/notesSlide" Target="../notesSlides/notesSlide1.xml"/><Relationship Id="rId1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grpSp>
        <p:nvGrpSpPr>
          <p:cNvPr id="7" name="组合 6"/>
          <p:cNvGrpSpPr/>
          <p:nvPr/>
        </p:nvGrpSpPr>
        <p:grpSpPr>
          <a:xfrm>
            <a:off x="376871" y="19870"/>
            <a:ext cx="19146474" cy="27095842"/>
            <a:chOff x="-57814" y="-280427"/>
            <a:chExt cx="19146474" cy="27095842"/>
          </a:xfrm>
        </p:grpSpPr>
        <p:sp>
          <p:nvSpPr>
            <p:cNvPr id="3" name="圆角矩形 1"/>
            <p:cNvSpPr/>
            <p:nvPr/>
          </p:nvSpPr>
          <p:spPr>
            <a:xfrm>
              <a:off x="-57814" y="-280427"/>
              <a:ext cx="18496943" cy="27003442"/>
            </a:xfrm>
            <a:prstGeom prst="roundRect">
              <a:avLst>
                <a:gd name="adj" fmla="val 10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0100" lvl="1" indent="-342900">
                <a:lnSpc>
                  <a:spcPct val="150000"/>
                </a:lnSpc>
                <a:buFont typeface="Arial" panose="020B0604020202020204" pitchFamily="34" charset="0"/>
                <a:buChar char="•"/>
              </a:pPr>
              <a:r>
                <a:rPr lang="en-GB" altLang="zh-CN" sz="5400" b="1" dirty="0">
                  <a:latin typeface="Times New Roman" panose="02020603050405020304" pitchFamily="18" charset="0"/>
                  <a:ea typeface="楷体" panose="02010609060101010101" pitchFamily="49" charset="-122"/>
                  <a:cs typeface="Times New Roman" panose="02020603050405020304" pitchFamily="18" charset="0"/>
                </a:rPr>
                <a:t>Does the modality adaption help?</a:t>
              </a:r>
            </a:p>
          </p:txBody>
        </p:sp>
        <p:sp>
          <p:nvSpPr>
            <p:cNvPr id="4" name="矩形 3"/>
            <p:cNvSpPr/>
            <p:nvPr/>
          </p:nvSpPr>
          <p:spPr>
            <a:xfrm>
              <a:off x="310711" y="643738"/>
              <a:ext cx="18496944" cy="706755"/>
            </a:xfrm>
            <a:prstGeom prst="rect">
              <a:avLst/>
            </a:prstGeom>
          </p:spPr>
          <p:txBody>
            <a:bodyPr wrap="square">
              <a:spAutoFit/>
            </a:bodyPr>
            <a:lstStyle/>
            <a:p>
              <a:pPr algn="ctr" defTabSz="342900"/>
              <a:endParaRPr lang="en-US" altLang="zh-CN" sz="4000" b="1" dirty="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 name="圆角矩形 2"/>
            <p:cNvSpPr/>
            <p:nvPr/>
          </p:nvSpPr>
          <p:spPr>
            <a:xfrm>
              <a:off x="9629776" y="3436332"/>
              <a:ext cx="143320" cy="23379083"/>
            </a:xfrm>
            <a:prstGeom prst="roundRect">
              <a:avLst>
                <a:gd name="adj" fmla="val 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035"/>
            </a:p>
          </p:txBody>
        </p:sp>
        <p:sp>
          <p:nvSpPr>
            <p:cNvPr id="9" name="圆角矩形 6"/>
            <p:cNvSpPr/>
            <p:nvPr/>
          </p:nvSpPr>
          <p:spPr>
            <a:xfrm>
              <a:off x="19739" y="3795357"/>
              <a:ext cx="18882306" cy="140634"/>
            </a:xfrm>
            <a:prstGeom prst="roundRect">
              <a:avLst>
                <a:gd name="adj" fmla="val 5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2650">
                <a:solidFill>
                  <a:schemeClr val="tx1"/>
                </a:solidFill>
              </a:endParaRPr>
            </a:p>
          </p:txBody>
        </p:sp>
        <p:sp>
          <p:nvSpPr>
            <p:cNvPr id="68" name="文本框 67"/>
            <p:cNvSpPr txBox="1"/>
            <p:nvPr/>
          </p:nvSpPr>
          <p:spPr>
            <a:xfrm>
              <a:off x="800124" y="1555738"/>
              <a:ext cx="17378258" cy="810478"/>
            </a:xfrm>
            <a:prstGeom prst="rect">
              <a:avLst/>
            </a:prstGeom>
            <a:noFill/>
          </p:spPr>
          <p:txBody>
            <a:bodyPr wrap="square" rtlCol="0">
              <a:spAutoFit/>
            </a:bodyPr>
            <a:lstStyle/>
            <a:p>
              <a:pPr algn="ctr" defTabSz="342900"/>
              <a:r>
                <a:rPr lang="en-US" altLang="zh-CN" sz="2800" kern="0" dirty="0">
                  <a:latin typeface="Times New Roman" panose="02020603050405020304" pitchFamily="18" charset="0"/>
                  <a:ea typeface="Cambria Math" panose="02040503050406030204" pitchFamily="18" charset="0"/>
                  <a:cs typeface="Times New Roman" panose="02020603050405020304" pitchFamily="18" charset="0"/>
                </a:rPr>
                <a:t>Tengfei Zhang</a:t>
              </a:r>
              <a:r>
                <a:rPr lang="en-US" altLang="zh-CN" sz="2800" kern="0" baseline="30000" dirty="0">
                  <a:latin typeface="Times New Roman" panose="02020603050405020304" pitchFamily="18" charset="0"/>
                  <a:ea typeface="Cambria Math" panose="02040503050406030204" pitchFamily="18" charset="0"/>
                  <a:cs typeface="Times New Roman" panose="02020603050405020304" pitchFamily="18" charset="0"/>
                </a:rPr>
                <a:t>1</a:t>
              </a:r>
              <a:r>
                <a:rPr lang="en-US" altLang="zh-CN" sz="2800" kern="0" dirty="0">
                  <a:latin typeface="Times New Roman" panose="02020603050405020304" pitchFamily="18" charset="0"/>
                  <a:ea typeface="Cambria Math" panose="02040503050406030204" pitchFamily="18" charset="0"/>
                  <a:cs typeface="Times New Roman" panose="02020603050405020304" pitchFamily="18" charset="0"/>
                </a:rPr>
                <a:t>, Minbo Yu</a:t>
              </a:r>
              <a:r>
                <a:rPr lang="en-US" altLang="zh-CN" sz="2800" kern="0" baseline="30000" dirty="0">
                  <a:latin typeface="Times New Roman" panose="02020603050405020304" pitchFamily="18" charset="0"/>
                  <a:ea typeface="Cambria Math" panose="02040503050406030204" pitchFamily="18" charset="0"/>
                  <a:cs typeface="Times New Roman" panose="02020603050405020304" pitchFamily="18" charset="0"/>
                </a:rPr>
                <a:t>1</a:t>
              </a:r>
              <a:r>
                <a:rPr lang="en-US" altLang="zh-CN" sz="2800" kern="0" dirty="0">
                  <a:latin typeface="Times New Roman" panose="02020603050405020304" pitchFamily="18" charset="0"/>
                  <a:ea typeface="Cambria Math" panose="02040503050406030204" pitchFamily="18" charset="0"/>
                  <a:cs typeface="Times New Roman" panose="02020603050405020304" pitchFamily="18" charset="0"/>
                </a:rPr>
                <a:t>, Haolan Zhang</a:t>
              </a:r>
              <a:r>
                <a:rPr lang="en-US" altLang="zh-CN" sz="2800" kern="0" baseline="30000" dirty="0">
                  <a:latin typeface="Times New Roman" panose="02020603050405020304" pitchFamily="18" charset="0"/>
                  <a:ea typeface="Cambria Math" panose="02040503050406030204" pitchFamily="18" charset="0"/>
                  <a:cs typeface="Times New Roman" panose="02020603050405020304" pitchFamily="18" charset="0"/>
                </a:rPr>
                <a:t>1</a:t>
              </a:r>
              <a:r>
                <a:rPr lang="en-US" altLang="zh-CN" sz="2800" kern="0" dirty="0">
                  <a:latin typeface="Times New Roman" panose="02020603050405020304" pitchFamily="18" charset="0"/>
                  <a:ea typeface="Cambria Math" panose="02040503050406030204" pitchFamily="18" charset="0"/>
                  <a:cs typeface="Times New Roman" panose="02020603050405020304" pitchFamily="18" charset="0"/>
                </a:rPr>
                <a:t>, Shibo Dai</a:t>
              </a:r>
              <a:r>
                <a:rPr lang="en-US" altLang="zh-CN" sz="2800" kern="0" baseline="30000" dirty="0">
                  <a:latin typeface="Times New Roman" panose="02020603050405020304" pitchFamily="18" charset="0"/>
                  <a:ea typeface="Cambria Math" panose="02040503050406030204" pitchFamily="18" charset="0"/>
                  <a:cs typeface="Times New Roman" panose="02020603050405020304" pitchFamily="18" charset="0"/>
                </a:rPr>
                <a:t>1</a:t>
              </a:r>
              <a:r>
                <a:rPr lang="en-US" altLang="zh-CN" sz="2800" kern="0" dirty="0">
                  <a:latin typeface="Times New Roman" panose="02020603050405020304" pitchFamily="18" charset="0"/>
                  <a:ea typeface="Cambria Math" panose="02040503050406030204" pitchFamily="18" charset="0"/>
                  <a:cs typeface="Times New Roman" panose="02020603050405020304" pitchFamily="18" charset="0"/>
                </a:rPr>
                <a:t> </a:t>
              </a:r>
            </a:p>
            <a:p>
              <a:pPr algn="ctr" defTabSz="342900"/>
              <a:endParaRPr lang="en-US" altLang="zh-CN" sz="2800" baseline="30000" dirty="0">
                <a:latin typeface="Times New Roman" panose="02020603050405020304" pitchFamily="18" charset="0"/>
                <a:ea typeface="华文仿宋" panose="02010600040101010101" pitchFamily="2" charset="-122"/>
                <a:cs typeface="Times New Roman" panose="02020603050405020304" pitchFamily="18" charset="0"/>
              </a:endParaRPr>
            </a:p>
          </p:txBody>
        </p:sp>
        <p:sp>
          <p:nvSpPr>
            <p:cNvPr id="65" name="矩形 64"/>
            <p:cNvSpPr/>
            <p:nvPr/>
          </p:nvSpPr>
          <p:spPr>
            <a:xfrm>
              <a:off x="1103088" y="2553687"/>
              <a:ext cx="17155057" cy="829945"/>
            </a:xfrm>
            <a:prstGeom prst="rect">
              <a:avLst/>
            </a:prstGeom>
          </p:spPr>
          <p:txBody>
            <a:bodyPr wrap="square">
              <a:spAutoFit/>
            </a:bodyPr>
            <a:lstStyle/>
            <a:p>
              <a:pPr algn="ctr"/>
              <a:r>
                <a:rPr lang="en-US" altLang="zh-CN" sz="2400"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NLP Lab, School of Computer Science and Engineering, Northeastern University</a:t>
              </a:r>
              <a:r>
                <a:rPr lang="en-US" altLang="zh-CN" sz="2400" kern="0" baseline="30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kern="0" baseline="30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p>
            <a:p>
              <a:pPr algn="ctr"/>
              <a:r>
                <a:rPr lang="en-US" altLang="zh-CN" sz="2400" dirty="0">
                  <a:latin typeface="Times New Roman" panose="02020603050405020304" pitchFamily="18" charset="0"/>
                  <a:ea typeface="华文仿宋" panose="02010600040101010101" pitchFamily="2" charset="-122"/>
                  <a:cs typeface="Times New Roman" panose="02020603050405020304" pitchFamily="18" charset="0"/>
                </a:rPr>
                <a:t>NiuTrans Research</a:t>
              </a:r>
              <a:r>
                <a:rPr lang="en-US" altLang="zh-CN" sz="2400" baseline="30000" dirty="0">
                  <a:latin typeface="Times New Roman" panose="02020603050405020304" pitchFamily="18" charset="0"/>
                  <a:ea typeface="华文仿宋" panose="02010600040101010101" pitchFamily="2" charset="-122"/>
                  <a:cs typeface="Times New Roman" panose="02020603050405020304" pitchFamily="18" charset="0"/>
                </a:rPr>
                <a:t>3</a:t>
              </a:r>
            </a:p>
          </p:txBody>
        </p:sp>
        <p:pic>
          <p:nvPicPr>
            <p:cNvPr id="38" name="图片 37"/>
            <p:cNvPicPr>
              <a:picLocks noChangeAspect="1"/>
            </p:cNvPicPr>
            <p:nvPr/>
          </p:nvPicPr>
          <p:blipFill>
            <a:blip r:embed="rId10"/>
            <a:stretch>
              <a:fillRect/>
            </a:stretch>
          </p:blipFill>
          <p:spPr>
            <a:xfrm>
              <a:off x="-50035" y="130340"/>
              <a:ext cx="2880000" cy="1152850"/>
            </a:xfrm>
            <a:prstGeom prst="rect">
              <a:avLst/>
            </a:prstGeom>
          </p:spPr>
        </p:pic>
        <p:pic>
          <p:nvPicPr>
            <p:cNvPr id="39" name="图片 38" descr="卡通人物&#10;&#10;描述已自动生成"/>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5378145" y="197702"/>
              <a:ext cx="2880000" cy="922423"/>
            </a:xfrm>
            <a:prstGeom prst="rect">
              <a:avLst/>
            </a:prstGeom>
          </p:spPr>
        </p:pic>
        <p:sp>
          <p:nvSpPr>
            <p:cNvPr id="63" name="矩形 62"/>
            <p:cNvSpPr/>
            <p:nvPr/>
          </p:nvSpPr>
          <p:spPr>
            <a:xfrm>
              <a:off x="10331806" y="13806197"/>
              <a:ext cx="7796783" cy="954107"/>
            </a:xfrm>
            <a:prstGeom prst="rect">
              <a:avLst/>
            </a:prstGeom>
            <a:ln>
              <a:noFill/>
            </a:ln>
          </p:spPr>
          <p:txBody>
            <a:bodyPr wrap="square">
              <a:spAutoFit/>
            </a:bodyPr>
            <a:lstStyle/>
            <a:p>
              <a:pPr algn="just"/>
              <a:endParaRPr lang="en-GB" altLang="zh-CN" sz="2800" dirty="0">
                <a:latin typeface="Times New Roman" panose="02020603050405020304" pitchFamily="18" charset="0"/>
                <a:ea typeface="楷体" panose="02010609060101010101" pitchFamily="49" charset="-122"/>
                <a:cs typeface="Times New Roman" panose="02020603050405020304" pitchFamily="18" charset="0"/>
              </a:endParaRPr>
            </a:p>
            <a:p>
              <a:pPr marL="572770" indent="-572770" algn="just">
                <a:buFont typeface="Wingdings" panose="05000000000000000000" pitchFamily="2" charset="2"/>
                <a:buChar char="p"/>
              </a:pP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9" name="圆角矩形 20"/>
            <p:cNvSpPr/>
            <p:nvPr/>
          </p:nvSpPr>
          <p:spPr>
            <a:xfrm>
              <a:off x="9697378" y="20048579"/>
              <a:ext cx="9391282" cy="49953"/>
            </a:xfrm>
            <a:prstGeom prst="roundRect">
              <a:avLst>
                <a:gd name="adj" fmla="val 5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2650">
                <a:solidFill>
                  <a:schemeClr val="tx1"/>
                </a:solidFill>
              </a:endParaRPr>
            </a:p>
          </p:txBody>
        </p:sp>
        <p:sp>
          <p:nvSpPr>
            <p:cNvPr id="81" name="矩形 80"/>
            <p:cNvSpPr/>
            <p:nvPr/>
          </p:nvSpPr>
          <p:spPr>
            <a:xfrm>
              <a:off x="382430" y="19796557"/>
              <a:ext cx="3989875" cy="553998"/>
            </a:xfrm>
            <a:prstGeom prst="rect">
              <a:avLst/>
            </a:prstGeom>
          </p:spPr>
          <p:txBody>
            <a:bodyPr wrap="none">
              <a:spAutoFit/>
            </a:bodyPr>
            <a:lstStyle/>
            <a:p>
              <a:pPr marL="655320" indent="-655320">
                <a:buFont typeface="Wingdings" panose="05000000000000000000" pitchFamily="2" charset="2"/>
                <a:buChar char="n"/>
              </a:pPr>
              <a:r>
                <a:rPr lang="en-US" altLang="zh-CN" sz="3000" b="1" dirty="0">
                  <a:latin typeface="Times New Roman" panose="02020603050405020304" pitchFamily="18" charset="0"/>
                  <a:ea typeface="楷体" panose="02010609060101010101" pitchFamily="49" charset="-122"/>
                  <a:cs typeface="Times New Roman" panose="02020603050405020304" pitchFamily="18" charset="0"/>
                </a:rPr>
                <a:t>Iteration-Accuracy</a:t>
              </a:r>
            </a:p>
          </p:txBody>
        </p:sp>
        <p:grpSp>
          <p:nvGrpSpPr>
            <p:cNvPr id="1057" name="组合 1056"/>
            <p:cNvGrpSpPr/>
            <p:nvPr/>
          </p:nvGrpSpPr>
          <p:grpSpPr>
            <a:xfrm>
              <a:off x="1459060" y="23088379"/>
              <a:ext cx="4395658" cy="1501311"/>
              <a:chOff x="1293430" y="23075756"/>
              <a:chExt cx="4130374" cy="1410705"/>
            </a:xfrm>
          </p:grpSpPr>
          <p:sp>
            <p:nvSpPr>
              <p:cNvPr id="222" name="矩形 221"/>
              <p:cNvSpPr/>
              <p:nvPr/>
            </p:nvSpPr>
            <p:spPr>
              <a:xfrm>
                <a:off x="1293430" y="23075756"/>
                <a:ext cx="3559514" cy="10985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6" name="矩形 1055"/>
              <p:cNvSpPr/>
              <p:nvPr/>
            </p:nvSpPr>
            <p:spPr>
              <a:xfrm>
                <a:off x="4883734" y="23968251"/>
                <a:ext cx="540070" cy="5182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94" name="矩形 1193"/>
            <p:cNvSpPr/>
            <p:nvPr/>
          </p:nvSpPr>
          <p:spPr>
            <a:xfrm>
              <a:off x="16363185" y="8695698"/>
              <a:ext cx="169450" cy="1699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3" name="圆角矩形 20"/>
          <p:cNvSpPr/>
          <p:nvPr>
            <p:custDataLst>
              <p:tags r:id="rId1"/>
            </p:custDataLst>
          </p:nvPr>
        </p:nvSpPr>
        <p:spPr>
          <a:xfrm>
            <a:off x="221991" y="11845239"/>
            <a:ext cx="9391282" cy="49953"/>
          </a:xfrm>
          <a:prstGeom prst="roundRect">
            <a:avLst>
              <a:gd name="adj" fmla="val 5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2650" dirty="0">
              <a:solidFill>
                <a:schemeClr val="tx1"/>
              </a:solidFill>
            </a:endParaRPr>
          </a:p>
        </p:txBody>
      </p:sp>
      <p:sp>
        <p:nvSpPr>
          <p:cNvPr id="135" name="矩形 134"/>
          <p:cNvSpPr/>
          <p:nvPr>
            <p:custDataLst>
              <p:tags r:id="rId2"/>
            </p:custDataLst>
          </p:nvPr>
        </p:nvSpPr>
        <p:spPr>
          <a:xfrm>
            <a:off x="10115301" y="4238595"/>
            <a:ext cx="5123197" cy="553998"/>
          </a:xfrm>
          <a:prstGeom prst="rect">
            <a:avLst/>
          </a:prstGeom>
        </p:spPr>
        <p:txBody>
          <a:bodyPr wrap="none">
            <a:spAutoFit/>
          </a:bodyPr>
          <a:lstStyle/>
          <a:p>
            <a:pPr marL="655320" indent="-655320" algn="l">
              <a:buFont typeface="Wingdings" panose="05000000000000000000" pitchFamily="2" charset="2"/>
              <a:buChar char="n"/>
            </a:pPr>
            <a:r>
              <a:rPr lang="en-US" altLang="zh-CN" sz="3000" b="1" dirty="0">
                <a:latin typeface="Times New Roman" panose="02020603050405020304" pitchFamily="18" charset="0"/>
                <a:ea typeface="华文楷体" panose="02010600040101010101" pitchFamily="2" charset="-122"/>
                <a:cs typeface="Times New Roman" panose="02020603050405020304" pitchFamily="18" charset="0"/>
              </a:rPr>
              <a:t>Difficulty-Flops-Accuracy</a:t>
            </a:r>
          </a:p>
        </p:txBody>
      </p:sp>
      <p:sp>
        <p:nvSpPr>
          <p:cNvPr id="137" name="矩形 136"/>
          <p:cNvSpPr/>
          <p:nvPr>
            <p:custDataLst>
              <p:tags r:id="rId3"/>
            </p:custDataLst>
          </p:nvPr>
        </p:nvSpPr>
        <p:spPr>
          <a:xfrm>
            <a:off x="236727" y="12050021"/>
            <a:ext cx="3439981" cy="553998"/>
          </a:xfrm>
          <a:prstGeom prst="rect">
            <a:avLst/>
          </a:prstGeom>
        </p:spPr>
        <p:txBody>
          <a:bodyPr wrap="none">
            <a:spAutoFit/>
          </a:bodyPr>
          <a:lstStyle/>
          <a:p>
            <a:pPr marL="655320" indent="-655320" algn="l">
              <a:buFont typeface="Wingdings" panose="05000000000000000000" pitchFamily="2" charset="2"/>
              <a:buChar char="n"/>
            </a:pPr>
            <a:r>
              <a:rPr lang="en-US" altLang="zh-CN" sz="3000" b="1" dirty="0">
                <a:latin typeface="Times New Roman" panose="02020603050405020304" pitchFamily="18" charset="0"/>
                <a:ea typeface="华文楷体" panose="02010600040101010101" pitchFamily="2" charset="-122"/>
                <a:cs typeface="Times New Roman" panose="02020603050405020304" pitchFamily="18" charset="0"/>
              </a:rPr>
              <a:t>Iteration-Token</a:t>
            </a:r>
          </a:p>
        </p:txBody>
      </p:sp>
      <p:sp>
        <p:nvSpPr>
          <p:cNvPr id="138" name="圆角矩形 20"/>
          <p:cNvSpPr/>
          <p:nvPr>
            <p:custDataLst>
              <p:tags r:id="rId4"/>
            </p:custDataLst>
          </p:nvPr>
        </p:nvSpPr>
        <p:spPr>
          <a:xfrm>
            <a:off x="164841" y="19686219"/>
            <a:ext cx="9391282" cy="49953"/>
          </a:xfrm>
          <a:prstGeom prst="roundRect">
            <a:avLst>
              <a:gd name="adj" fmla="val 5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2650" dirty="0">
              <a:solidFill>
                <a:schemeClr val="tx1"/>
              </a:solidFill>
            </a:endParaRPr>
          </a:p>
        </p:txBody>
      </p:sp>
      <p:sp>
        <p:nvSpPr>
          <p:cNvPr id="139" name="圆角矩形 20"/>
          <p:cNvSpPr/>
          <p:nvPr>
            <p:custDataLst>
              <p:tags r:id="rId5"/>
            </p:custDataLst>
          </p:nvPr>
        </p:nvSpPr>
        <p:spPr>
          <a:xfrm>
            <a:off x="10047866" y="14723633"/>
            <a:ext cx="9391282" cy="49953"/>
          </a:xfrm>
          <a:prstGeom prst="roundRect">
            <a:avLst>
              <a:gd name="adj" fmla="val 5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2650" dirty="0">
              <a:solidFill>
                <a:schemeClr val="tx1"/>
              </a:solidFill>
            </a:endParaRPr>
          </a:p>
        </p:txBody>
      </p:sp>
      <p:sp>
        <p:nvSpPr>
          <p:cNvPr id="140" name="矩形 139"/>
          <p:cNvSpPr/>
          <p:nvPr>
            <p:custDataLst>
              <p:tags r:id="rId6"/>
            </p:custDataLst>
          </p:nvPr>
        </p:nvSpPr>
        <p:spPr>
          <a:xfrm>
            <a:off x="10132063" y="14904123"/>
            <a:ext cx="1557655" cy="553085"/>
          </a:xfrm>
          <a:prstGeom prst="rect">
            <a:avLst/>
          </a:prstGeom>
        </p:spPr>
        <p:txBody>
          <a:bodyPr wrap="none">
            <a:spAutoFit/>
          </a:bodyPr>
          <a:lstStyle/>
          <a:p>
            <a:pPr marL="655320" indent="-655320" algn="l">
              <a:buFont typeface="Wingdings" panose="05000000000000000000" pitchFamily="2" charset="2"/>
              <a:buChar char="n"/>
            </a:pPr>
            <a:r>
              <a:rPr lang="en-US" altLang="zh-CN" sz="3000" b="1" dirty="0">
                <a:latin typeface="Times New Roman" panose="02020603050405020304" pitchFamily="18" charset="0"/>
                <a:ea typeface="华文楷体" panose="02010600040101010101" pitchFamily="2" charset="-122"/>
                <a:cs typeface="Times New Roman" panose="02020603050405020304" pitchFamily="18" charset="0"/>
              </a:rPr>
              <a:t>GUI</a:t>
            </a:r>
          </a:p>
        </p:txBody>
      </p:sp>
      <p:sp>
        <p:nvSpPr>
          <p:cNvPr id="2" name="文本框 1">
            <a:extLst>
              <a:ext uri="{FF2B5EF4-FFF2-40B4-BE49-F238E27FC236}">
                <a16:creationId xmlns:a16="http://schemas.microsoft.com/office/drawing/2014/main" id="{7F115A10-77DF-D4AB-304B-2A27BB4424A7}"/>
              </a:ext>
            </a:extLst>
          </p:cNvPr>
          <p:cNvSpPr txBox="1"/>
          <p:nvPr/>
        </p:nvSpPr>
        <p:spPr>
          <a:xfrm>
            <a:off x="3452733" y="466989"/>
            <a:ext cx="13082270" cy="1200329"/>
          </a:xfrm>
          <a:prstGeom prst="rect">
            <a:avLst/>
          </a:prstGeom>
          <a:noFill/>
        </p:spPr>
        <p:txBody>
          <a:bodyPr wrap="square" rtlCol="0">
            <a:spAutoFit/>
          </a:bodyPr>
          <a:lstStyle/>
          <a:p>
            <a:r>
              <a:rPr lang="en-US" altLang="zh-CN" sz="3600" dirty="0"/>
              <a:t>SUMMARY AND ITERATIVE MATH PROBLEMS SOLVER,BASED ON LARGE LANGUAGE MODEL(LLMS) MULTIPLE ROUNDS INFECTION</a:t>
            </a:r>
            <a:endParaRPr lang="zh-CN" altLang="en-US" sz="3600" dirty="0"/>
          </a:p>
        </p:txBody>
      </p:sp>
      <p:sp>
        <p:nvSpPr>
          <p:cNvPr id="5" name="文本框 4">
            <a:extLst>
              <a:ext uri="{FF2B5EF4-FFF2-40B4-BE49-F238E27FC236}">
                <a16:creationId xmlns:a16="http://schemas.microsoft.com/office/drawing/2014/main" id="{1674E8BA-6C43-2D13-7439-AD3CFEBF4EF0}"/>
              </a:ext>
            </a:extLst>
          </p:cNvPr>
          <p:cNvSpPr txBox="1"/>
          <p:nvPr/>
        </p:nvSpPr>
        <p:spPr>
          <a:xfrm>
            <a:off x="673064" y="9988228"/>
            <a:ext cx="9064656" cy="646331"/>
          </a:xfrm>
          <a:prstGeom prst="rect">
            <a:avLst/>
          </a:prstGeom>
          <a:noFill/>
        </p:spPr>
        <p:txBody>
          <a:bodyPr wrap="square" rtlCol="0">
            <a:spAutoFit/>
          </a:bodyPr>
          <a:lstStyle/>
          <a:p>
            <a:r>
              <a:rPr lang="en-US" altLang="zh-CN" dirty="0"/>
              <a:t>Process Flow: Initial Thought → Summary → Continued Reasoning → Summary → ... → Final Answer The process terminates after the final answer is provided.</a:t>
            </a:r>
            <a:endParaRPr lang="zh-CN" altLang="en-US" dirty="0"/>
          </a:p>
        </p:txBody>
      </p:sp>
      <p:sp>
        <p:nvSpPr>
          <p:cNvPr id="17" name="矩形 16">
            <a:extLst>
              <a:ext uri="{FF2B5EF4-FFF2-40B4-BE49-F238E27FC236}">
                <a16:creationId xmlns:a16="http://schemas.microsoft.com/office/drawing/2014/main" id="{F11E2C91-91E1-2961-ED52-C9F56CEF9755}"/>
              </a:ext>
            </a:extLst>
          </p:cNvPr>
          <p:cNvSpPr/>
          <p:nvPr>
            <p:custDataLst>
              <p:tags r:id="rId7"/>
            </p:custDataLst>
          </p:nvPr>
        </p:nvSpPr>
        <p:spPr>
          <a:xfrm>
            <a:off x="10224376" y="20651496"/>
            <a:ext cx="2683427" cy="553998"/>
          </a:xfrm>
          <a:prstGeom prst="rect">
            <a:avLst/>
          </a:prstGeom>
        </p:spPr>
        <p:txBody>
          <a:bodyPr wrap="none">
            <a:spAutoFit/>
          </a:bodyPr>
          <a:lstStyle/>
          <a:p>
            <a:pPr marL="655320" indent="-655320">
              <a:buFont typeface="Wingdings" panose="05000000000000000000" pitchFamily="2" charset="2"/>
              <a:buChar char="n"/>
            </a:pPr>
            <a:r>
              <a:rPr lang="en-US" altLang="zh-CN" sz="3000" b="1" dirty="0">
                <a:latin typeface="Times New Roman" panose="02020603050405020304" pitchFamily="18" charset="0"/>
                <a:ea typeface="华文楷体" panose="02010600040101010101" pitchFamily="2" charset="-122"/>
                <a:cs typeface="Times New Roman" panose="02020603050405020304" pitchFamily="18" charset="0"/>
              </a:rPr>
              <a:t>Conclusion</a:t>
            </a:r>
          </a:p>
        </p:txBody>
      </p:sp>
      <p:sp>
        <p:nvSpPr>
          <p:cNvPr id="22" name="文本框 21">
            <a:extLst>
              <a:ext uri="{FF2B5EF4-FFF2-40B4-BE49-F238E27FC236}">
                <a16:creationId xmlns:a16="http://schemas.microsoft.com/office/drawing/2014/main" id="{3169F676-ED25-8059-370F-31253D5F5121}"/>
              </a:ext>
            </a:extLst>
          </p:cNvPr>
          <p:cNvSpPr txBox="1"/>
          <p:nvPr/>
        </p:nvSpPr>
        <p:spPr>
          <a:xfrm>
            <a:off x="10224376" y="21205494"/>
            <a:ext cx="8468454" cy="3693319"/>
          </a:xfrm>
          <a:prstGeom prst="rect">
            <a:avLst/>
          </a:prstGeom>
          <a:noFill/>
        </p:spPr>
        <p:txBody>
          <a:bodyPr wrap="square" rtlCol="0">
            <a:spAutoFit/>
          </a:bodyPr>
          <a:lstStyle/>
          <a:p>
            <a:pPr marL="342900" indent="-342900">
              <a:buAutoNum type="arabicPeriod"/>
            </a:pPr>
            <a:r>
              <a:rPr lang="en-US" altLang="zh-CN" dirty="0"/>
              <a:t>When the difficulty is low, the single-step method performs better than the multi-step method in terms of accuracy and flops, while when the difficulty is high ( starting from difficulty four ), the flops used by the multi-step method are significantly lower than those of the single-step method. It shows that the multi-step iterative method is superior to the single-step method in solving difficult mathematical problems.</a:t>
            </a:r>
          </a:p>
          <a:p>
            <a:pPr marL="342900" indent="-342900">
              <a:buAutoNum type="arabicPeriod"/>
            </a:pPr>
            <a:r>
              <a:rPr lang="en-US" altLang="zh-CN" dirty="0"/>
              <a:t>Under the maximum difficulty of division, although the accuracy of the multi-step method is about 16 % lower than that of the single step, the completion _ tokens single step is 201945, while the multi-step is 133514, and the flops single step is 651039582 and the multi-step is 238661068. It can be seen that the multi-step iterative solution method under high difficulty can significantly reduce the computational complexity of the model and generate the tokens required for the answer. The correctness of conclusion one is verified.</a:t>
            </a:r>
            <a:endParaRPr lang="zh-CN" altLang="en-US" dirty="0"/>
          </a:p>
        </p:txBody>
      </p:sp>
      <p:pic>
        <p:nvPicPr>
          <p:cNvPr id="11" name="图片 10">
            <a:extLst>
              <a:ext uri="{FF2B5EF4-FFF2-40B4-BE49-F238E27FC236}">
                <a16:creationId xmlns:a16="http://schemas.microsoft.com/office/drawing/2014/main" id="{7262D81B-95F7-1931-ECE3-88C7B81BF3EB}"/>
              </a:ext>
            </a:extLst>
          </p:cNvPr>
          <p:cNvPicPr>
            <a:picLocks noChangeAspect="1"/>
          </p:cNvPicPr>
          <p:nvPr/>
        </p:nvPicPr>
        <p:blipFill>
          <a:blip r:embed="rId12"/>
          <a:stretch>
            <a:fillRect/>
          </a:stretch>
        </p:blipFill>
        <p:spPr>
          <a:xfrm>
            <a:off x="10246802" y="15356286"/>
            <a:ext cx="8587991" cy="5077658"/>
          </a:xfrm>
          <a:prstGeom prst="rect">
            <a:avLst/>
          </a:prstGeom>
        </p:spPr>
      </p:pic>
      <p:pic>
        <p:nvPicPr>
          <p:cNvPr id="20" name="图片 19">
            <a:extLst>
              <a:ext uri="{FF2B5EF4-FFF2-40B4-BE49-F238E27FC236}">
                <a16:creationId xmlns:a16="http://schemas.microsoft.com/office/drawing/2014/main" id="{3B6601A7-54E0-F511-E6F1-36DE098C5E0E}"/>
              </a:ext>
            </a:extLst>
          </p:cNvPr>
          <p:cNvPicPr>
            <a:picLocks noChangeAspect="1"/>
          </p:cNvPicPr>
          <p:nvPr/>
        </p:nvPicPr>
        <p:blipFill>
          <a:blip r:embed="rId13"/>
          <a:stretch>
            <a:fillRect/>
          </a:stretch>
        </p:blipFill>
        <p:spPr>
          <a:xfrm>
            <a:off x="10129302" y="9951735"/>
            <a:ext cx="8625945" cy="4852094"/>
          </a:xfrm>
          <a:prstGeom prst="rect">
            <a:avLst/>
          </a:prstGeom>
        </p:spPr>
      </p:pic>
      <p:pic>
        <p:nvPicPr>
          <p:cNvPr id="23" name="图片 22">
            <a:extLst>
              <a:ext uri="{FF2B5EF4-FFF2-40B4-BE49-F238E27FC236}">
                <a16:creationId xmlns:a16="http://schemas.microsoft.com/office/drawing/2014/main" id="{67C74C3E-D689-A1AA-2874-5905E2BBB710}"/>
              </a:ext>
            </a:extLst>
          </p:cNvPr>
          <p:cNvPicPr>
            <a:picLocks noChangeAspect="1"/>
          </p:cNvPicPr>
          <p:nvPr/>
        </p:nvPicPr>
        <p:blipFill>
          <a:blip r:embed="rId14"/>
          <a:stretch>
            <a:fillRect/>
          </a:stretch>
        </p:blipFill>
        <p:spPr>
          <a:xfrm>
            <a:off x="452913" y="12544627"/>
            <a:ext cx="4372120" cy="2479178"/>
          </a:xfrm>
          <a:prstGeom prst="rect">
            <a:avLst/>
          </a:prstGeom>
        </p:spPr>
      </p:pic>
      <p:pic>
        <p:nvPicPr>
          <p:cNvPr id="25" name="图片 24">
            <a:extLst>
              <a:ext uri="{FF2B5EF4-FFF2-40B4-BE49-F238E27FC236}">
                <a16:creationId xmlns:a16="http://schemas.microsoft.com/office/drawing/2014/main" id="{84A291AC-F5DA-1B2E-9419-7E478A398548}"/>
              </a:ext>
            </a:extLst>
          </p:cNvPr>
          <p:cNvPicPr>
            <a:picLocks noChangeAspect="1"/>
          </p:cNvPicPr>
          <p:nvPr/>
        </p:nvPicPr>
        <p:blipFill>
          <a:blip r:embed="rId15"/>
          <a:stretch>
            <a:fillRect/>
          </a:stretch>
        </p:blipFill>
        <p:spPr>
          <a:xfrm>
            <a:off x="5145786" y="12560488"/>
            <a:ext cx="4532328" cy="2467126"/>
          </a:xfrm>
          <a:prstGeom prst="rect">
            <a:avLst/>
          </a:prstGeom>
        </p:spPr>
      </p:pic>
      <p:sp>
        <p:nvSpPr>
          <p:cNvPr id="26" name="文本框 25">
            <a:extLst>
              <a:ext uri="{FF2B5EF4-FFF2-40B4-BE49-F238E27FC236}">
                <a16:creationId xmlns:a16="http://schemas.microsoft.com/office/drawing/2014/main" id="{625461E1-39A2-BC99-1A7F-D47066DF6CE3}"/>
              </a:ext>
            </a:extLst>
          </p:cNvPr>
          <p:cNvSpPr txBox="1"/>
          <p:nvPr/>
        </p:nvSpPr>
        <p:spPr>
          <a:xfrm>
            <a:off x="924349" y="17151121"/>
            <a:ext cx="8688924" cy="923330"/>
          </a:xfrm>
          <a:prstGeom prst="rect">
            <a:avLst/>
          </a:prstGeom>
          <a:noFill/>
        </p:spPr>
        <p:txBody>
          <a:bodyPr wrap="square" rtlCol="0">
            <a:spAutoFit/>
          </a:bodyPr>
          <a:lstStyle/>
          <a:p>
            <a:r>
              <a:rPr lang="en-US" altLang="zh-CN" dirty="0"/>
              <a:t>2. Remove the length limit, select the ten most difficult problems to record the completion _ tokens consumed by each iteration, analyze the result data, and optimize the value of max _ token.</a:t>
            </a:r>
            <a:endParaRPr lang="zh-CN" altLang="en-US" dirty="0"/>
          </a:p>
        </p:txBody>
      </p:sp>
      <p:pic>
        <p:nvPicPr>
          <p:cNvPr id="28" name="图片 27">
            <a:extLst>
              <a:ext uri="{FF2B5EF4-FFF2-40B4-BE49-F238E27FC236}">
                <a16:creationId xmlns:a16="http://schemas.microsoft.com/office/drawing/2014/main" id="{ABEF7E06-B52C-2B3B-A8BE-1F66F0A4ADB4}"/>
              </a:ext>
            </a:extLst>
          </p:cNvPr>
          <p:cNvPicPr>
            <a:picLocks noChangeAspect="1"/>
          </p:cNvPicPr>
          <p:nvPr/>
        </p:nvPicPr>
        <p:blipFill>
          <a:blip r:embed="rId16"/>
          <a:stretch>
            <a:fillRect/>
          </a:stretch>
        </p:blipFill>
        <p:spPr>
          <a:xfrm>
            <a:off x="10236824" y="4703360"/>
            <a:ext cx="4449574" cy="2975006"/>
          </a:xfrm>
          <a:prstGeom prst="rect">
            <a:avLst/>
          </a:prstGeom>
        </p:spPr>
      </p:pic>
      <p:pic>
        <p:nvPicPr>
          <p:cNvPr id="30" name="图片 29">
            <a:extLst>
              <a:ext uri="{FF2B5EF4-FFF2-40B4-BE49-F238E27FC236}">
                <a16:creationId xmlns:a16="http://schemas.microsoft.com/office/drawing/2014/main" id="{734232D8-378F-C3D5-B42F-9FC7F18EFD5B}"/>
              </a:ext>
            </a:extLst>
          </p:cNvPr>
          <p:cNvPicPr>
            <a:picLocks noChangeAspect="1"/>
          </p:cNvPicPr>
          <p:nvPr/>
        </p:nvPicPr>
        <p:blipFill>
          <a:blip r:embed="rId17"/>
          <a:stretch>
            <a:fillRect/>
          </a:stretch>
        </p:blipFill>
        <p:spPr>
          <a:xfrm>
            <a:off x="14917542" y="4745400"/>
            <a:ext cx="3805167" cy="3353750"/>
          </a:xfrm>
          <a:prstGeom prst="rect">
            <a:avLst/>
          </a:prstGeom>
        </p:spPr>
      </p:pic>
      <p:sp>
        <p:nvSpPr>
          <p:cNvPr id="31" name="文本框 30">
            <a:extLst>
              <a:ext uri="{FF2B5EF4-FFF2-40B4-BE49-F238E27FC236}">
                <a16:creationId xmlns:a16="http://schemas.microsoft.com/office/drawing/2014/main" id="{0783287E-5CC8-9205-2FD4-84F6139EFDD2}"/>
              </a:ext>
            </a:extLst>
          </p:cNvPr>
          <p:cNvSpPr txBox="1"/>
          <p:nvPr/>
        </p:nvSpPr>
        <p:spPr>
          <a:xfrm>
            <a:off x="10521387" y="8599990"/>
            <a:ext cx="8125058" cy="923330"/>
          </a:xfrm>
          <a:prstGeom prst="rect">
            <a:avLst/>
          </a:prstGeom>
          <a:noFill/>
        </p:spPr>
        <p:txBody>
          <a:bodyPr wrap="square" rtlCol="0">
            <a:spAutoFit/>
          </a:bodyPr>
          <a:lstStyle/>
          <a:p>
            <a:r>
              <a:rPr lang="en-US" altLang="zh-CN" dirty="0"/>
              <a:t>It can be seen from the diagram that as the difficulty increases, the multi-step token is much smaller than the single-step token consumption, and the accuracy difference is not large.</a:t>
            </a:r>
            <a:endParaRPr lang="zh-CN" altLang="en-US" dirty="0"/>
          </a:p>
        </p:txBody>
      </p:sp>
      <p:sp>
        <p:nvSpPr>
          <p:cNvPr id="32" name="文本框 31">
            <a:extLst>
              <a:ext uri="{FF2B5EF4-FFF2-40B4-BE49-F238E27FC236}">
                <a16:creationId xmlns:a16="http://schemas.microsoft.com/office/drawing/2014/main" id="{0BA949A9-1935-7B30-8CD2-7262773C68CD}"/>
              </a:ext>
            </a:extLst>
          </p:cNvPr>
          <p:cNvSpPr txBox="1"/>
          <p:nvPr/>
        </p:nvSpPr>
        <p:spPr>
          <a:xfrm>
            <a:off x="924349" y="16101539"/>
            <a:ext cx="8303736" cy="646331"/>
          </a:xfrm>
          <a:prstGeom prst="rect">
            <a:avLst/>
          </a:prstGeom>
          <a:noFill/>
        </p:spPr>
        <p:txBody>
          <a:bodyPr wrap="square" rtlCol="0">
            <a:spAutoFit/>
          </a:bodyPr>
          <a:lstStyle/>
          <a:p>
            <a:r>
              <a:rPr lang="en-US" altLang="zh-CN" dirty="0"/>
              <a:t>1. Count the correct iteration step distribution of the highest difficulty data set problem to confirm the iteration step threshold</a:t>
            </a:r>
            <a:endParaRPr lang="zh-CN" altLang="en-US" dirty="0"/>
          </a:p>
        </p:txBody>
      </p:sp>
      <p:sp>
        <p:nvSpPr>
          <p:cNvPr id="33" name="文本框 32">
            <a:extLst>
              <a:ext uri="{FF2B5EF4-FFF2-40B4-BE49-F238E27FC236}">
                <a16:creationId xmlns:a16="http://schemas.microsoft.com/office/drawing/2014/main" id="{36FF05A9-A267-822C-F176-3156BA892C46}"/>
              </a:ext>
            </a:extLst>
          </p:cNvPr>
          <p:cNvSpPr txBox="1"/>
          <p:nvPr/>
        </p:nvSpPr>
        <p:spPr>
          <a:xfrm>
            <a:off x="1988961" y="15099262"/>
            <a:ext cx="1914960" cy="369332"/>
          </a:xfrm>
          <a:prstGeom prst="rect">
            <a:avLst/>
          </a:prstGeom>
          <a:noFill/>
        </p:spPr>
        <p:txBody>
          <a:bodyPr wrap="square" rtlCol="0">
            <a:spAutoFit/>
          </a:bodyPr>
          <a:lstStyle/>
          <a:p>
            <a:r>
              <a:rPr lang="en-US" altLang="zh-CN" dirty="0"/>
              <a:t>Figure 1</a:t>
            </a:r>
            <a:endParaRPr lang="zh-CN" altLang="en-US" dirty="0"/>
          </a:p>
        </p:txBody>
      </p:sp>
      <p:sp>
        <p:nvSpPr>
          <p:cNvPr id="34" name="文本框 33">
            <a:extLst>
              <a:ext uri="{FF2B5EF4-FFF2-40B4-BE49-F238E27FC236}">
                <a16:creationId xmlns:a16="http://schemas.microsoft.com/office/drawing/2014/main" id="{EC1E19C0-2EBE-0B98-EFCF-599AAC2443FA}"/>
              </a:ext>
            </a:extLst>
          </p:cNvPr>
          <p:cNvSpPr txBox="1"/>
          <p:nvPr/>
        </p:nvSpPr>
        <p:spPr>
          <a:xfrm>
            <a:off x="6915690" y="15145028"/>
            <a:ext cx="1914960" cy="369332"/>
          </a:xfrm>
          <a:prstGeom prst="rect">
            <a:avLst/>
          </a:prstGeom>
          <a:noFill/>
        </p:spPr>
        <p:txBody>
          <a:bodyPr wrap="square" rtlCol="0">
            <a:spAutoFit/>
          </a:bodyPr>
          <a:lstStyle/>
          <a:p>
            <a:r>
              <a:rPr lang="en-US" altLang="zh-CN" dirty="0"/>
              <a:t>Figure 2</a:t>
            </a:r>
            <a:endParaRPr lang="zh-CN" altLang="en-US" dirty="0"/>
          </a:p>
        </p:txBody>
      </p:sp>
      <p:sp>
        <p:nvSpPr>
          <p:cNvPr id="35" name="文本框 34">
            <a:extLst>
              <a:ext uri="{FF2B5EF4-FFF2-40B4-BE49-F238E27FC236}">
                <a16:creationId xmlns:a16="http://schemas.microsoft.com/office/drawing/2014/main" id="{096FC2C9-F21F-F284-64E7-598FC78B7C5A}"/>
              </a:ext>
            </a:extLst>
          </p:cNvPr>
          <p:cNvSpPr txBox="1"/>
          <p:nvPr/>
        </p:nvSpPr>
        <p:spPr>
          <a:xfrm>
            <a:off x="11717686" y="8230823"/>
            <a:ext cx="1554003" cy="369332"/>
          </a:xfrm>
          <a:prstGeom prst="rect">
            <a:avLst/>
          </a:prstGeom>
          <a:noFill/>
        </p:spPr>
        <p:txBody>
          <a:bodyPr wrap="square" rtlCol="0">
            <a:spAutoFit/>
          </a:bodyPr>
          <a:lstStyle/>
          <a:p>
            <a:r>
              <a:rPr lang="en-US" altLang="zh-CN" dirty="0"/>
              <a:t>Figure 4</a:t>
            </a:r>
            <a:endParaRPr lang="zh-CN" altLang="en-US" dirty="0"/>
          </a:p>
        </p:txBody>
      </p:sp>
      <p:sp>
        <p:nvSpPr>
          <p:cNvPr id="37" name="文本框 36">
            <a:extLst>
              <a:ext uri="{FF2B5EF4-FFF2-40B4-BE49-F238E27FC236}">
                <a16:creationId xmlns:a16="http://schemas.microsoft.com/office/drawing/2014/main" id="{116248D9-F3FE-24DF-5632-990C97DFD520}"/>
              </a:ext>
            </a:extLst>
          </p:cNvPr>
          <p:cNvSpPr txBox="1"/>
          <p:nvPr/>
        </p:nvSpPr>
        <p:spPr>
          <a:xfrm>
            <a:off x="16186157" y="8277550"/>
            <a:ext cx="1562325" cy="369332"/>
          </a:xfrm>
          <a:prstGeom prst="rect">
            <a:avLst/>
          </a:prstGeom>
          <a:noFill/>
        </p:spPr>
        <p:txBody>
          <a:bodyPr wrap="square" rtlCol="0">
            <a:spAutoFit/>
          </a:bodyPr>
          <a:lstStyle/>
          <a:p>
            <a:r>
              <a:rPr lang="en-US" altLang="zh-CN" dirty="0"/>
              <a:t>Figure 5</a:t>
            </a:r>
            <a:endParaRPr lang="zh-CN" altLang="en-US" dirty="0"/>
          </a:p>
        </p:txBody>
      </p:sp>
      <p:sp>
        <p:nvSpPr>
          <p:cNvPr id="40" name="矩形 39">
            <a:extLst>
              <a:ext uri="{FF2B5EF4-FFF2-40B4-BE49-F238E27FC236}">
                <a16:creationId xmlns:a16="http://schemas.microsoft.com/office/drawing/2014/main" id="{30D284B4-9A7E-0A8D-792C-495D216128E8}"/>
              </a:ext>
            </a:extLst>
          </p:cNvPr>
          <p:cNvSpPr/>
          <p:nvPr/>
        </p:nvSpPr>
        <p:spPr>
          <a:xfrm>
            <a:off x="558126" y="9013899"/>
            <a:ext cx="2101024" cy="553998"/>
          </a:xfrm>
          <a:prstGeom prst="rect">
            <a:avLst/>
          </a:prstGeom>
        </p:spPr>
        <p:txBody>
          <a:bodyPr wrap="none">
            <a:spAutoFit/>
          </a:bodyPr>
          <a:lstStyle/>
          <a:p>
            <a:pPr marL="655320" indent="-655320">
              <a:buFont typeface="Wingdings" panose="05000000000000000000" pitchFamily="2" charset="2"/>
              <a:buChar char="n"/>
            </a:pPr>
            <a:r>
              <a:rPr lang="en-US" altLang="zh-CN" sz="3000" b="1" dirty="0">
                <a:latin typeface="Times New Roman" panose="02020603050405020304" pitchFamily="18" charset="0"/>
                <a:ea typeface="华文楷体" panose="02010600040101010101" pitchFamily="2" charset="-122"/>
                <a:cs typeface="Times New Roman" panose="02020603050405020304" pitchFamily="18" charset="0"/>
              </a:rPr>
              <a:t>Prompt</a:t>
            </a:r>
          </a:p>
        </p:txBody>
      </p:sp>
      <p:sp>
        <p:nvSpPr>
          <p:cNvPr id="41" name="文本框 40">
            <a:extLst>
              <a:ext uri="{FF2B5EF4-FFF2-40B4-BE49-F238E27FC236}">
                <a16:creationId xmlns:a16="http://schemas.microsoft.com/office/drawing/2014/main" id="{BE9927DB-DBAA-3277-26C4-510C63FDD9C5}"/>
              </a:ext>
            </a:extLst>
          </p:cNvPr>
          <p:cNvSpPr txBox="1"/>
          <p:nvPr/>
        </p:nvSpPr>
        <p:spPr>
          <a:xfrm>
            <a:off x="631279" y="5236828"/>
            <a:ext cx="9064656" cy="2862322"/>
          </a:xfrm>
          <a:prstGeom prst="rect">
            <a:avLst/>
          </a:prstGeom>
          <a:noFill/>
        </p:spPr>
        <p:txBody>
          <a:bodyPr wrap="square" rtlCol="0">
            <a:spAutoFit/>
          </a:bodyPr>
          <a:lstStyle/>
          <a:p>
            <a:r>
              <a:rPr lang="en-US" altLang="zh-CN" dirty="0"/>
              <a:t>This proposal presents a novel framework for solving complex math problems through iterative reasoning and summarization powered by large language models (LLMs). Unlike single-step solutions, our approach decomposes problems into multi-step reasoning chains, dynamically refining intermediate conclusions via summarization iterations. This mimics human-like problem-solving processes and addresses the limitations of direct LLM inference in handling mathematical logic, symbolic operations, and long-horizon dependencies. For automated math problem solving, the system balances total required length, computational cost, and latency against core objectives of accuracy, interpretability, and </a:t>
            </a:r>
            <a:r>
              <a:rPr lang="en-US" altLang="zh-CN" dirty="0" err="1"/>
              <a:t>robustness.We</a:t>
            </a:r>
            <a:r>
              <a:rPr lang="en-US" altLang="zh-CN" dirty="0"/>
              <a:t> will implement this process as an interactive math problem solver that visually displays the iterative reasoning steps, allowing users to observe the dynamic refinement of solutions in real-time.</a:t>
            </a:r>
            <a:endParaRPr lang="zh-CN" altLang="en-US" dirty="0"/>
          </a:p>
        </p:txBody>
      </p:sp>
      <p:sp>
        <p:nvSpPr>
          <p:cNvPr id="42" name="矩形 41">
            <a:extLst>
              <a:ext uri="{FF2B5EF4-FFF2-40B4-BE49-F238E27FC236}">
                <a16:creationId xmlns:a16="http://schemas.microsoft.com/office/drawing/2014/main" id="{32167DF4-D100-2630-1205-0DC3CF9257C7}"/>
              </a:ext>
            </a:extLst>
          </p:cNvPr>
          <p:cNvSpPr/>
          <p:nvPr/>
        </p:nvSpPr>
        <p:spPr>
          <a:xfrm>
            <a:off x="645052" y="4434672"/>
            <a:ext cx="2932982" cy="553998"/>
          </a:xfrm>
          <a:prstGeom prst="rect">
            <a:avLst/>
          </a:prstGeom>
        </p:spPr>
        <p:txBody>
          <a:bodyPr wrap="none">
            <a:spAutoFit/>
          </a:bodyPr>
          <a:lstStyle/>
          <a:p>
            <a:pPr marL="655320" indent="-655320">
              <a:buFont typeface="Wingdings" panose="05000000000000000000" pitchFamily="2" charset="2"/>
              <a:buChar char="n"/>
            </a:pPr>
            <a:r>
              <a:rPr lang="en-US" altLang="zh-CN" sz="3000" b="1" dirty="0">
                <a:latin typeface="Times New Roman" panose="02020603050405020304" pitchFamily="18" charset="0"/>
                <a:ea typeface="华文楷体" panose="02010600040101010101" pitchFamily="2" charset="-122"/>
                <a:cs typeface="Times New Roman" panose="02020603050405020304" pitchFamily="18" charset="0"/>
              </a:rPr>
              <a:t>Introduction</a:t>
            </a:r>
          </a:p>
        </p:txBody>
      </p:sp>
      <p:sp>
        <p:nvSpPr>
          <p:cNvPr id="45" name="文本框 44">
            <a:extLst>
              <a:ext uri="{FF2B5EF4-FFF2-40B4-BE49-F238E27FC236}">
                <a16:creationId xmlns:a16="http://schemas.microsoft.com/office/drawing/2014/main" id="{EF997BB0-C9A7-EB09-1FDF-C97AA18AA5B5}"/>
              </a:ext>
            </a:extLst>
          </p:cNvPr>
          <p:cNvSpPr txBox="1"/>
          <p:nvPr/>
        </p:nvSpPr>
        <p:spPr>
          <a:xfrm>
            <a:off x="1227383" y="25059681"/>
            <a:ext cx="8523472" cy="923330"/>
          </a:xfrm>
          <a:prstGeom prst="rect">
            <a:avLst/>
          </a:prstGeom>
          <a:noFill/>
        </p:spPr>
        <p:txBody>
          <a:bodyPr wrap="square" rtlCol="0">
            <a:spAutoFit/>
          </a:bodyPr>
          <a:lstStyle/>
          <a:p>
            <a:r>
              <a:rPr lang="en-US" altLang="zh-CN" dirty="0"/>
              <a:t>The accuracy rate and token costs change with the number of iteration steps. It can be seen from the figure that the accuracy rate decreases as the threshold decreases, while total costs are also lower.</a:t>
            </a:r>
            <a:endParaRPr lang="zh-CN" altLang="en-US" dirty="0"/>
          </a:p>
        </p:txBody>
      </p:sp>
      <p:sp>
        <p:nvSpPr>
          <p:cNvPr id="48" name="文本框 47">
            <a:extLst>
              <a:ext uri="{FF2B5EF4-FFF2-40B4-BE49-F238E27FC236}">
                <a16:creationId xmlns:a16="http://schemas.microsoft.com/office/drawing/2014/main" id="{697AA75F-D3B4-199F-AFF7-A89A6BECCF06}"/>
              </a:ext>
            </a:extLst>
          </p:cNvPr>
          <p:cNvSpPr txBox="1"/>
          <p:nvPr/>
        </p:nvSpPr>
        <p:spPr>
          <a:xfrm>
            <a:off x="3946178" y="24431781"/>
            <a:ext cx="2343225" cy="380865"/>
          </a:xfrm>
          <a:prstGeom prst="rect">
            <a:avLst/>
          </a:prstGeom>
          <a:noFill/>
        </p:spPr>
        <p:txBody>
          <a:bodyPr wrap="square" rtlCol="0">
            <a:spAutoFit/>
          </a:bodyPr>
          <a:lstStyle/>
          <a:p>
            <a:r>
              <a:rPr lang="en-US" altLang="zh-CN" dirty="0"/>
              <a:t>Figure 3</a:t>
            </a:r>
            <a:endParaRPr lang="zh-CN" altLang="en-US" dirty="0"/>
          </a:p>
        </p:txBody>
      </p:sp>
      <p:pic>
        <p:nvPicPr>
          <p:cNvPr id="51" name="图片 50">
            <a:extLst>
              <a:ext uri="{FF2B5EF4-FFF2-40B4-BE49-F238E27FC236}">
                <a16:creationId xmlns:a16="http://schemas.microsoft.com/office/drawing/2014/main" id="{4DA98339-C4B3-649A-57FF-0C1AE7930BFC}"/>
              </a:ext>
            </a:extLst>
          </p:cNvPr>
          <p:cNvPicPr>
            <a:picLocks noChangeAspect="1"/>
          </p:cNvPicPr>
          <p:nvPr/>
        </p:nvPicPr>
        <p:blipFill>
          <a:blip r:embed="rId18"/>
          <a:stretch>
            <a:fillRect/>
          </a:stretch>
        </p:blipFill>
        <p:spPr>
          <a:xfrm>
            <a:off x="2541144" y="20837869"/>
            <a:ext cx="4638675" cy="3228975"/>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cbafd944-7781-4305-b6ea-3d4e38134d5d"/>
  <p:tag name="COMMONDATA" val="eyJoZGlkIjoiNmI5NmY4ZmE4NTU2MzM5Mzc1YjY0NDY1YmNlOWVlYzU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1397</TotalTime>
  <Words>517</Words>
  <Application>Microsoft Office PowerPoint</Application>
  <PresentationFormat>自定义</PresentationFormat>
  <Paragraphs>26</Paragraphs>
  <Slides>1</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vt:i4>
      </vt:variant>
    </vt:vector>
  </HeadingPairs>
  <TitlesOfParts>
    <vt:vector size="8" baseType="lpstr">
      <vt:lpstr>Times New Roman</vt:lpstr>
      <vt:lpstr>Wingdings</vt:lpstr>
      <vt:lpstr>Calibri Light</vt:lpstr>
      <vt:lpstr>等线</vt:lpstr>
      <vt:lpstr>Arial</vt:lpstr>
      <vt:lpstr>Calibri</vt:lpstr>
      <vt:lpstr>Office 主题</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韩 先培</dc:creator>
  <cp:lastModifiedBy>荧 高</cp:lastModifiedBy>
  <cp:revision>340</cp:revision>
  <cp:lastPrinted>2019-04-23T06:25:00Z</cp:lastPrinted>
  <dcterms:created xsi:type="dcterms:W3CDTF">2018-07-12T07:15:00Z</dcterms:created>
  <dcterms:modified xsi:type="dcterms:W3CDTF">2025-07-17T07:04:06Z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33131B68849243ED8AE9D2499A6BB652_12</vt:lpwstr>
  </property>
  <property fmtid="{D5CDD505-2E9C-101B-9397-08002B2CF9AE}" pid="3" name="KSOProductBuildVer">
    <vt:lpwstr>2052-11.1.0.14309</vt:lpwstr>
  </property>
</Properties>
</file>